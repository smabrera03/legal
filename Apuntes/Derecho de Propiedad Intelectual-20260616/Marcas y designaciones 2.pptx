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</p:sldMasterIdLst>
  <p:notesMasterIdLst>
    <p:notesMasterId r:id="rId21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artin Iranzi" initials="MI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6-09T11:07:17.418" idx="3">
    <p:pos x="10" y="10"/>
    <p:text>Que es autoridad de aplicacion?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6-06T13:53:58.973" idx="2">
    <p:pos x="10" y="10"/>
    <p:text>Que implicancias tiene?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3-02-10T21:43:33.535" idx="1">
    <p:pos x="2879" y="720"/>
    <p:text>ejemplo: el "ta tan" de Netflix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6-09T11:09:37.516" idx="4">
    <p:pos x="5972" y="1392"/>
    <p:text>Que era el Convenio de Paris?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6-09T11:10:36.732" idx="5">
    <p:pos x="5327" y="1104"/>
    <p:text>Que puedo reclamar en una demanda por daños y perjuicios?</p:text>
    <p:extLst>
      <p:ext uri="{C676402C-5697-4E1C-873F-D02D1690AC5C}">
        <p15:threadingInfo xmlns:p15="http://schemas.microsoft.com/office/powerpoint/2012/main" timeZoneBias="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s-AR" sz="4400" b="0" strike="noStrike" spc="-1">
                <a:solidFill>
                  <a:srgbClr val="000000"/>
                </a:solidFill>
                <a:latin typeface="Arial"/>
              </a:rPr>
              <a:t>Pulse para desplazar la diapositiva</a:t>
            </a:r>
          </a:p>
        </p:txBody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es-AR" sz="2000" b="0" strike="noStrike" spc="-1">
                <a:solidFill>
                  <a:srgbClr val="000000"/>
                </a:solidFill>
                <a:latin typeface="Arial"/>
              </a:rPr>
              <a:t>Pulse para editar el formato de las notas</a:t>
            </a:r>
          </a:p>
        </p:txBody>
      </p:sp>
      <p:sp>
        <p:nvSpPr>
          <p:cNvPr id="2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s-AR" sz="1400" b="0" strike="noStrike" spc="-1">
                <a:solidFill>
                  <a:srgbClr val="000000"/>
                </a:solidFill>
                <a:latin typeface="Times New Roman"/>
              </a:rPr>
              <a:t>&lt;cabecera&gt;</a:t>
            </a:r>
          </a:p>
        </p:txBody>
      </p:sp>
      <p:sp>
        <p:nvSpPr>
          <p:cNvPr id="212" name="PlaceHolder 4"/>
          <p:cNvSpPr>
            <a:spLocks noGrp="1"/>
          </p:cNvSpPr>
          <p:nvPr>
            <p:ph type="dt" idx="1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A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AR" sz="1400" b="0" strike="noStrike" spc="-1">
                <a:solidFill>
                  <a:srgbClr val="000000"/>
                </a:solidFill>
                <a:latin typeface="Times New Roman"/>
              </a:rPr>
              <a:t>&lt;fecha/hora&gt;</a:t>
            </a:r>
          </a:p>
        </p:txBody>
      </p:sp>
      <p:sp>
        <p:nvSpPr>
          <p:cNvPr id="213" name="PlaceHolder 5"/>
          <p:cNvSpPr>
            <a:spLocks noGrp="1"/>
          </p:cNvSpPr>
          <p:nvPr>
            <p:ph type="ftr" idx="1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s-A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s-AR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214" name="PlaceHolder 6"/>
          <p:cNvSpPr>
            <a:spLocks noGrp="1"/>
          </p:cNvSpPr>
          <p:nvPr>
            <p:ph type="sldNum" idx="1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A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80513F6-3100-4310-A688-0BA974283B21}" type="slidenum">
              <a:rPr lang="es-AR" sz="1400" b="0" strike="noStrike" spc="-1">
                <a:solidFill>
                  <a:srgbClr val="000000"/>
                </a:solidFill>
                <a:latin typeface="Times New Roman"/>
              </a:rPr>
              <a:t>‹Nº›</a:t>
            </a:fld>
            <a:endParaRPr lang="es-A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720" cy="308520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endParaRPr lang="es-A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MX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2EF22D3-3E94-4763-BE0E-92290AE7F63F}" type="slidenum">
              <a:rPr lang="es-MX" sz="1200" b="0" strike="noStrike" spc="-1">
                <a:solidFill>
                  <a:srgbClr val="000000"/>
                </a:solidFill>
                <a:latin typeface="Times New Roman"/>
              </a:rPr>
              <a:t>2</a:t>
            </a:fld>
            <a:endParaRPr lang="es-A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D440D6D-7148-404D-81CC-44AED3F8A867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69413ED-9E8E-4BD3-B54B-81FAC8FB885C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D2B483E-0C09-4439-BE17-AD760302F4F4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82A00D3-152C-4B6B-B630-C5BCBC220773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F0DF335-347B-468F-BF4C-112D84664BAB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8880" cy="530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A0B8786-D467-474F-9AF8-04838625D17C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21C0E11-9C56-4A34-8783-4D5A4C505F31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AD1F97EF-5234-417D-80B8-09128D0DC652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A461E8AA-DAF9-4B52-92A7-5BB108713891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5040503-F44F-40F2-9E90-3E3073D4750A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B5AFC2A-3957-4E97-9D00-DD33C8C9DF1B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CEAD662-9467-449B-A7A1-0977242D656F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6E590EC8-26E0-417F-A8FB-B2410CEF1AC2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BCA28F6C-2E6F-415C-BA7A-79B1DB6D0F15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5D499C5B-1C73-42F2-AF6E-FFDB8074C18E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6E4973B2-2B96-477D-B367-CC92A7FF722F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4735712E-DBB8-4B3B-ACA6-E26AB39F6A8C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8880" cy="530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89D6E837-CE94-4A4F-ACBE-7817507D30FE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39CDF5BD-6DD1-47E9-B25A-606DEAA1FEA0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9A1C6E04-1975-4BC2-8D15-2CEC22AB869D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F2E651F2-5530-4551-B197-56208E02C342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1577E66-D029-4394-BF16-6676ECDC442C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BEF740E2-8621-4FAD-A03F-BB4ABE42D054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797805CE-5FA9-4F1B-913B-49B923407CD0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05895D10-24E8-443E-A22D-2763161CE567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775DFC6D-6052-43AC-9B6F-AB66D98DF1AC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ED071D26-C910-4A6C-8F64-67159FDE5538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578996C7-C392-4F15-8E72-E64A373A3651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9F1CDDDD-1D6A-4644-9572-9C3392C0B50C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8880" cy="530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963B4A2F-0270-445E-B50A-394A751F502C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7CF9B7AC-6679-433A-8181-E5586DB98118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1271A1C5-D01C-4D2E-9726-E6296F8EFA80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108EB64B-5128-42D2-BCF1-E82E94166109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A54A9017-B1FB-4643-8836-E90AB7E2CC10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F31DE16E-B89D-4BE5-9FE2-096F7B36EA15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35E518DD-7838-476F-830C-FE152B15A005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420C937A-E441-407C-9D71-F78125122FA6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9A2E647C-30E8-4856-BE46-F443F82C3AAE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9C871308-1973-45D0-A31A-E0CA56E0EB48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58476119-BC2A-4FB6-A3D6-E4F4BB43B179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998394C0-AF98-4D22-9BEA-CD97A619D0FD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8880" cy="530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362C2D21-2A42-45E0-9DE6-12230B3EB809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C50991C-3ED0-48C4-A9F6-B2D89B977A6D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48A6F679-36C6-4C50-87EB-43839EFAB5BE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6AF4958A-AC9D-410D-BEA2-591FC1A0DF8B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25645728-B54C-4BC2-9D56-A0A8E0C037FA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BD1E40C9-20A5-4727-8011-6A8C3F91F90D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EAF318AC-CBBD-4C2A-BD61-9FD017610422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220011"/>
            </a:gs>
            <a:gs pos="50000">
              <a:srgbClr val="660033"/>
            </a:gs>
            <a:gs pos="100000">
              <a:srgbClr val="220011"/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"/>
          <p:cNvGrpSpPr/>
          <p:nvPr/>
        </p:nvGrpSpPr>
        <p:grpSpPr>
          <a:xfrm>
            <a:off x="0" y="0"/>
            <a:ext cx="9142920" cy="6917400"/>
            <a:chOff x="0" y="0"/>
            <a:chExt cx="9142920" cy="6917400"/>
          </a:xfrm>
        </p:grpSpPr>
        <p:sp>
          <p:nvSpPr>
            <p:cNvPr id="24" name="Rectangle 3"/>
            <p:cNvSpPr/>
            <p:nvPr/>
          </p:nvSpPr>
          <p:spPr>
            <a:xfrm>
              <a:off x="8783640" y="444600"/>
              <a:ext cx="359280" cy="3151800"/>
            </a:xfrm>
            <a:prstGeom prst="rect">
              <a:avLst/>
            </a:prstGeom>
            <a:gradFill rotWithShape="0">
              <a:gsLst>
                <a:gs pos="0">
                  <a:srgbClr val="220011"/>
                </a:gs>
                <a:gs pos="50000">
                  <a:srgbClr val="9C004E"/>
                </a:gs>
                <a:gs pos="100000">
                  <a:srgbClr val="220011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2400" b="0" strike="noStrike" spc="-1">
                <a:solidFill>
                  <a:srgbClr val="FFFFCC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2" name="Freeform 4"/>
            <p:cNvSpPr/>
            <p:nvPr/>
          </p:nvSpPr>
          <p:spPr>
            <a:xfrm>
              <a:off x="0" y="0"/>
              <a:ext cx="9142920" cy="2132640"/>
            </a:xfrm>
            <a:custGeom>
              <a:avLst/>
              <a:gdLst>
                <a:gd name="textAreaLeft" fmla="*/ 0 w 9142920"/>
                <a:gd name="textAreaRight" fmla="*/ 9144000 w 9142920"/>
                <a:gd name="textAreaTop" fmla="*/ 0 h 2132640"/>
                <a:gd name="textAreaBottom" fmla="*/ 2133720 h 2132640"/>
              </a:gdLst>
              <a:ahLst/>
              <a:cxnLst/>
              <a:rect l="textAreaLeft" t="textAreaTop" r="textAreaRight" b="textAreaBottom"/>
              <a:pathLst>
                <a:path w="5760" h="1104">
                  <a:moveTo>
                    <a:pt x="0" y="0"/>
                  </a:moveTo>
                  <a:lnTo>
                    <a:pt x="5760" y="0"/>
                  </a:lnTo>
                  <a:lnTo>
                    <a:pt x="5760" y="720"/>
                  </a:lnTo>
                  <a:cubicBezTo>
                    <a:pt x="5400" y="824"/>
                    <a:pt x="4560" y="577"/>
                    <a:pt x="3600" y="624"/>
                  </a:cubicBezTo>
                  <a:cubicBezTo>
                    <a:pt x="2640" y="671"/>
                    <a:pt x="600" y="1104"/>
                    <a:pt x="0" y="1000"/>
                  </a:cubicBez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220011"/>
                </a:gs>
                <a:gs pos="50000">
                  <a:srgbClr val="660033"/>
                </a:gs>
                <a:gs pos="100000">
                  <a:srgbClr val="220011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2400" b="0" strike="noStrike" spc="-1">
                <a:solidFill>
                  <a:srgbClr val="FFFFCC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3" name="Freeform 5"/>
            <p:cNvSpPr/>
            <p:nvPr/>
          </p:nvSpPr>
          <p:spPr>
            <a:xfrm>
              <a:off x="0" y="1163520"/>
              <a:ext cx="9142920" cy="5693400"/>
            </a:xfrm>
            <a:custGeom>
              <a:avLst/>
              <a:gdLst>
                <a:gd name="textAreaLeft" fmla="*/ 0 w 9142920"/>
                <a:gd name="textAreaRight" fmla="*/ 9144000 w 9142920"/>
                <a:gd name="textAreaTop" fmla="*/ 0 h 5693400"/>
                <a:gd name="textAreaBottom" fmla="*/ 5694480 h 5693400"/>
              </a:gdLst>
              <a:ahLst/>
              <a:cxnLst/>
              <a:rect l="textAreaLeft" t="textAreaTop" r="textAreaRight" b="textAreaBottom"/>
              <a:pathLst>
                <a:path w="5760" h="3587">
                  <a:moveTo>
                    <a:pt x="0" y="582"/>
                  </a:moveTo>
                  <a:cubicBezTo>
                    <a:pt x="1027" y="680"/>
                    <a:pt x="1960" y="387"/>
                    <a:pt x="2640" y="267"/>
                  </a:cubicBezTo>
                  <a:cubicBezTo>
                    <a:pt x="2640" y="267"/>
                    <a:pt x="3268" y="180"/>
                    <a:pt x="3373" y="160"/>
                  </a:cubicBezTo>
                  <a:cubicBezTo>
                    <a:pt x="4120" y="0"/>
                    <a:pt x="5280" y="358"/>
                    <a:pt x="5760" y="358"/>
                  </a:cubicBezTo>
                  <a:lnTo>
                    <a:pt x="5760" y="3587"/>
                  </a:lnTo>
                  <a:lnTo>
                    <a:pt x="0" y="3587"/>
                  </a:lnTo>
                  <a:cubicBezTo>
                    <a:pt x="0" y="3587"/>
                    <a:pt x="0" y="582"/>
                    <a:pt x="0" y="582"/>
                  </a:cubicBezTo>
                  <a:close/>
                </a:path>
              </a:pathLst>
            </a:custGeom>
            <a:gradFill rotWithShape="0">
              <a:gsLst>
                <a:gs pos="0">
                  <a:srgbClr val="220011"/>
                </a:gs>
                <a:gs pos="50000">
                  <a:srgbClr val="660033"/>
                </a:gs>
                <a:gs pos="100000">
                  <a:srgbClr val="220011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2400" b="0" strike="noStrike" spc="-1">
                <a:solidFill>
                  <a:srgbClr val="FFFFCC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4" name="Freeform 6"/>
            <p:cNvSpPr/>
            <p:nvPr/>
          </p:nvSpPr>
          <p:spPr>
            <a:xfrm>
              <a:off x="0" y="291960"/>
              <a:ext cx="9142920" cy="852840"/>
            </a:xfrm>
            <a:custGeom>
              <a:avLst/>
              <a:gdLst>
                <a:gd name="textAreaLeft" fmla="*/ 0 w 9142920"/>
                <a:gd name="textAreaRight" fmla="*/ 9144000 w 9142920"/>
                <a:gd name="textAreaTop" fmla="*/ 0 h 852840"/>
                <a:gd name="textAreaBottom" fmla="*/ 853920 h 852840"/>
              </a:gdLst>
              <a:ahLst/>
              <a:cxnLst/>
              <a:rect l="textAreaLeft" t="textAreaTop" r="textAreaRight" b="textAreaBottom"/>
              <a:pathLst>
                <a:path w="5760" h="538">
                  <a:moveTo>
                    <a:pt x="0" y="163"/>
                  </a:moveTo>
                  <a:lnTo>
                    <a:pt x="0" y="403"/>
                  </a:lnTo>
                  <a:cubicBezTo>
                    <a:pt x="295" y="450"/>
                    <a:pt x="1011" y="481"/>
                    <a:pt x="1773" y="443"/>
                  </a:cubicBezTo>
                  <a:cubicBezTo>
                    <a:pt x="2535" y="405"/>
                    <a:pt x="3909" y="161"/>
                    <a:pt x="4573" y="176"/>
                  </a:cubicBezTo>
                  <a:cubicBezTo>
                    <a:pt x="5237" y="191"/>
                    <a:pt x="5562" y="538"/>
                    <a:pt x="5760" y="536"/>
                  </a:cubicBezTo>
                  <a:lnTo>
                    <a:pt x="5760" y="163"/>
                  </a:lnTo>
                  <a:cubicBezTo>
                    <a:pt x="5560" y="79"/>
                    <a:pt x="5189" y="0"/>
                    <a:pt x="4560" y="29"/>
                  </a:cubicBezTo>
                  <a:cubicBezTo>
                    <a:pt x="3931" y="58"/>
                    <a:pt x="2747" y="314"/>
                    <a:pt x="1987" y="336"/>
                  </a:cubicBezTo>
                  <a:cubicBezTo>
                    <a:pt x="1227" y="358"/>
                    <a:pt x="414" y="199"/>
                    <a:pt x="0" y="163"/>
                  </a:cubicBezTo>
                  <a:close/>
                </a:path>
              </a:pathLst>
            </a:custGeom>
            <a:gradFill rotWithShape="0">
              <a:gsLst>
                <a:gs pos="0">
                  <a:srgbClr val="660033"/>
                </a:gs>
                <a:gs pos="50000">
                  <a:srgbClr val="220011"/>
                </a:gs>
                <a:gs pos="100000">
                  <a:srgbClr val="660033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2400" b="0" strike="noStrike" spc="-1">
                <a:solidFill>
                  <a:srgbClr val="FFFFCC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5" name="Freeform 7"/>
            <p:cNvSpPr/>
            <p:nvPr/>
          </p:nvSpPr>
          <p:spPr>
            <a:xfrm>
              <a:off x="0" y="2405160"/>
              <a:ext cx="9142920" cy="1068840"/>
            </a:xfrm>
            <a:custGeom>
              <a:avLst/>
              <a:gdLst>
                <a:gd name="textAreaLeft" fmla="*/ 0 w 9142920"/>
                <a:gd name="textAreaRight" fmla="*/ 9144000 w 9142920"/>
                <a:gd name="textAreaTop" fmla="*/ 0 h 1068840"/>
                <a:gd name="textAreaBottom" fmla="*/ 1069920 h 1068840"/>
              </a:gdLst>
              <a:ahLst/>
              <a:cxnLst/>
              <a:rect l="textAreaLeft" t="textAreaTop" r="textAreaRight" b="textAreaBottom"/>
              <a:pathLst>
                <a:path w="5760" h="674">
                  <a:moveTo>
                    <a:pt x="0" y="246"/>
                  </a:moveTo>
                  <a:lnTo>
                    <a:pt x="0" y="406"/>
                  </a:lnTo>
                  <a:cubicBezTo>
                    <a:pt x="213" y="463"/>
                    <a:pt x="1009" y="616"/>
                    <a:pt x="1280" y="645"/>
                  </a:cubicBezTo>
                  <a:cubicBezTo>
                    <a:pt x="1551" y="674"/>
                    <a:pt x="1092" y="669"/>
                    <a:pt x="1627" y="580"/>
                  </a:cubicBezTo>
                  <a:cubicBezTo>
                    <a:pt x="2162" y="491"/>
                    <a:pt x="3804" y="109"/>
                    <a:pt x="4493" y="113"/>
                  </a:cubicBezTo>
                  <a:cubicBezTo>
                    <a:pt x="5182" y="117"/>
                    <a:pt x="5549" y="586"/>
                    <a:pt x="5760" y="606"/>
                  </a:cubicBezTo>
                  <a:lnTo>
                    <a:pt x="5760" y="233"/>
                  </a:lnTo>
                  <a:cubicBezTo>
                    <a:pt x="5471" y="158"/>
                    <a:pt x="4818" y="0"/>
                    <a:pt x="4040" y="33"/>
                  </a:cubicBezTo>
                  <a:cubicBezTo>
                    <a:pt x="3262" y="66"/>
                    <a:pt x="1766" y="398"/>
                    <a:pt x="1093" y="433"/>
                  </a:cubicBezTo>
                  <a:cubicBezTo>
                    <a:pt x="420" y="468"/>
                    <a:pt x="228" y="285"/>
                    <a:pt x="0" y="246"/>
                  </a:cubicBezTo>
                  <a:close/>
                </a:path>
              </a:pathLst>
            </a:custGeom>
            <a:gradFill rotWithShape="0">
              <a:gsLst>
                <a:gs pos="0">
                  <a:srgbClr val="660033"/>
                </a:gs>
                <a:gs pos="50000">
                  <a:srgbClr val="56002B"/>
                </a:gs>
                <a:gs pos="100000">
                  <a:srgbClr val="660033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2400" b="0" strike="noStrike" spc="-1">
                <a:solidFill>
                  <a:srgbClr val="FFFFCC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6" name="Freeform 8"/>
            <p:cNvSpPr/>
            <p:nvPr/>
          </p:nvSpPr>
          <p:spPr>
            <a:xfrm>
              <a:off x="2476440" y="1522440"/>
              <a:ext cx="6666480" cy="5334480"/>
            </a:xfrm>
            <a:custGeom>
              <a:avLst/>
              <a:gdLst>
                <a:gd name="textAreaLeft" fmla="*/ 0 w 6666480"/>
                <a:gd name="textAreaRight" fmla="*/ 6667560 w 6666480"/>
                <a:gd name="textAreaTop" fmla="*/ 0 h 5334480"/>
                <a:gd name="textAreaBottom" fmla="*/ 5335560 h 5334480"/>
              </a:gdLst>
              <a:ahLst/>
              <a:cxnLst/>
              <a:rect l="textAreaLeft" t="textAreaTop" r="textAreaRight" b="textAreaBottom"/>
              <a:pathLst>
                <a:path w="4200" h="3361">
                  <a:moveTo>
                    <a:pt x="0" y="3361"/>
                  </a:moveTo>
                  <a:cubicBezTo>
                    <a:pt x="118" y="2850"/>
                    <a:pt x="354" y="590"/>
                    <a:pt x="1054" y="295"/>
                  </a:cubicBezTo>
                  <a:cubicBezTo>
                    <a:pt x="1754" y="0"/>
                    <a:pt x="3676" y="1299"/>
                    <a:pt x="4200" y="1588"/>
                  </a:cubicBezTo>
                  <a:lnTo>
                    <a:pt x="4200" y="2028"/>
                  </a:lnTo>
                  <a:cubicBezTo>
                    <a:pt x="3700" y="1837"/>
                    <a:pt x="1842" y="220"/>
                    <a:pt x="1200" y="442"/>
                  </a:cubicBezTo>
                  <a:cubicBezTo>
                    <a:pt x="558" y="664"/>
                    <a:pt x="547" y="2875"/>
                    <a:pt x="347" y="3361"/>
                  </a:cubicBezTo>
                  <a:lnTo>
                    <a:pt x="0" y="3361"/>
                  </a:lnTo>
                  <a:close/>
                </a:path>
              </a:pathLst>
            </a:custGeom>
            <a:gradFill rotWithShape="0">
              <a:gsLst>
                <a:gs pos="0">
                  <a:srgbClr val="56002B"/>
                </a:gs>
                <a:gs pos="50000">
                  <a:srgbClr val="660033"/>
                </a:gs>
                <a:gs pos="100000">
                  <a:srgbClr val="56002B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2400" b="0" strike="noStrike" spc="-1">
                <a:solidFill>
                  <a:srgbClr val="FFFFCC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7" name="Freeform 9"/>
            <p:cNvSpPr/>
            <p:nvPr/>
          </p:nvSpPr>
          <p:spPr>
            <a:xfrm>
              <a:off x="0" y="3443400"/>
              <a:ext cx="9142920" cy="3054960"/>
            </a:xfrm>
            <a:custGeom>
              <a:avLst/>
              <a:gdLst>
                <a:gd name="textAreaLeft" fmla="*/ 0 w 9142920"/>
                <a:gd name="textAreaRight" fmla="*/ 9144000 w 9142920"/>
                <a:gd name="textAreaTop" fmla="*/ 0 h 3054960"/>
                <a:gd name="textAreaBottom" fmla="*/ 3056040 h 3054960"/>
              </a:gdLst>
              <a:ahLst/>
              <a:cxnLst/>
              <a:rect l="textAreaLeft" t="textAreaTop" r="textAreaRight" b="textAreaBottom"/>
              <a:pathLst>
                <a:path w="5760" h="1925">
                  <a:moveTo>
                    <a:pt x="0" y="804"/>
                  </a:moveTo>
                  <a:lnTo>
                    <a:pt x="0" y="991"/>
                  </a:lnTo>
                  <a:cubicBezTo>
                    <a:pt x="258" y="1160"/>
                    <a:pt x="1005" y="1925"/>
                    <a:pt x="1547" y="1818"/>
                  </a:cubicBezTo>
                  <a:cubicBezTo>
                    <a:pt x="2089" y="1711"/>
                    <a:pt x="2551" y="398"/>
                    <a:pt x="3253" y="351"/>
                  </a:cubicBezTo>
                  <a:cubicBezTo>
                    <a:pt x="3955" y="304"/>
                    <a:pt x="5342" y="1404"/>
                    <a:pt x="5760" y="1537"/>
                  </a:cubicBezTo>
                  <a:lnTo>
                    <a:pt x="5760" y="1151"/>
                  </a:lnTo>
                  <a:cubicBezTo>
                    <a:pt x="5405" y="1124"/>
                    <a:pt x="3982" y="0"/>
                    <a:pt x="3240" y="84"/>
                  </a:cubicBezTo>
                  <a:cubicBezTo>
                    <a:pt x="2542" y="171"/>
                    <a:pt x="2113" y="1551"/>
                    <a:pt x="1573" y="1671"/>
                  </a:cubicBezTo>
                  <a:cubicBezTo>
                    <a:pt x="1033" y="1791"/>
                    <a:pt x="262" y="826"/>
                    <a:pt x="0" y="804"/>
                  </a:cubicBezTo>
                  <a:close/>
                </a:path>
              </a:pathLst>
            </a:custGeom>
            <a:gradFill rotWithShape="0">
              <a:gsLst>
                <a:gs pos="0">
                  <a:srgbClr val="660033"/>
                </a:gs>
                <a:gs pos="50000">
                  <a:srgbClr val="56002B"/>
                </a:gs>
                <a:gs pos="100000">
                  <a:srgbClr val="660033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2400" b="0" strike="noStrike" spc="-1">
                <a:solidFill>
                  <a:srgbClr val="FFFFCC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8" name="Freeform 10"/>
            <p:cNvSpPr/>
            <p:nvPr/>
          </p:nvSpPr>
          <p:spPr>
            <a:xfrm>
              <a:off x="0" y="3552840"/>
              <a:ext cx="6236280" cy="3364560"/>
            </a:xfrm>
            <a:custGeom>
              <a:avLst/>
              <a:gdLst>
                <a:gd name="textAreaLeft" fmla="*/ 0 w 6236280"/>
                <a:gd name="textAreaRight" fmla="*/ 6237360 w 6236280"/>
                <a:gd name="textAreaTop" fmla="*/ 0 h 3364560"/>
                <a:gd name="textAreaBottom" fmla="*/ 3365640 h 3364560"/>
              </a:gdLst>
              <a:ahLst/>
              <a:cxnLst/>
              <a:rect l="textAreaLeft" t="textAreaTop" r="textAreaRight" b="textAreaBottom"/>
              <a:pathLst>
                <a:path w="4196" h="2120">
                  <a:moveTo>
                    <a:pt x="0" y="415"/>
                  </a:moveTo>
                  <a:lnTo>
                    <a:pt x="0" y="508"/>
                  </a:lnTo>
                  <a:cubicBezTo>
                    <a:pt x="160" y="577"/>
                    <a:pt x="1280" y="138"/>
                    <a:pt x="1933" y="229"/>
                  </a:cubicBezTo>
                  <a:cubicBezTo>
                    <a:pt x="2586" y="320"/>
                    <a:pt x="3644" y="746"/>
                    <a:pt x="3920" y="1055"/>
                  </a:cubicBezTo>
                  <a:cubicBezTo>
                    <a:pt x="4196" y="1364"/>
                    <a:pt x="3583" y="2120"/>
                    <a:pt x="3587" y="2082"/>
                  </a:cubicBezTo>
                  <a:lnTo>
                    <a:pt x="3947" y="829"/>
                  </a:lnTo>
                  <a:cubicBezTo>
                    <a:pt x="3725" y="494"/>
                    <a:pt x="2911" y="138"/>
                    <a:pt x="2253" y="69"/>
                  </a:cubicBezTo>
                  <a:cubicBezTo>
                    <a:pt x="1595" y="0"/>
                    <a:pt x="469" y="343"/>
                    <a:pt x="0" y="415"/>
                  </a:cubicBezTo>
                  <a:close/>
                </a:path>
              </a:pathLst>
            </a:custGeom>
            <a:gradFill rotWithShape="0">
              <a:gsLst>
                <a:gs pos="0">
                  <a:srgbClr val="56002B"/>
                </a:gs>
                <a:gs pos="50000">
                  <a:srgbClr val="660033"/>
                </a:gs>
                <a:gs pos="100000">
                  <a:srgbClr val="56002B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2400" b="0" strike="noStrike" spc="-1">
                <a:solidFill>
                  <a:srgbClr val="FFFFCC"/>
                </a:solidFill>
                <a:latin typeface="Times New Roman"/>
                <a:ea typeface="DejaVu Sans"/>
              </a:endParaRPr>
            </a:p>
          </p:txBody>
        </p:sp>
      </p:grpSp>
      <p:grpSp>
        <p:nvGrpSpPr>
          <p:cNvPr id="9" name="Group 2"/>
          <p:cNvGrpSpPr/>
          <p:nvPr/>
        </p:nvGrpSpPr>
        <p:grpSpPr>
          <a:xfrm>
            <a:off x="0" y="0"/>
            <a:ext cx="9142920" cy="6917400"/>
            <a:chOff x="0" y="0"/>
            <a:chExt cx="9142920" cy="6917400"/>
          </a:xfrm>
        </p:grpSpPr>
        <p:sp>
          <p:nvSpPr>
            <p:cNvPr id="10" name="Rectangle 3"/>
            <p:cNvSpPr/>
            <p:nvPr/>
          </p:nvSpPr>
          <p:spPr>
            <a:xfrm>
              <a:off x="8783640" y="444600"/>
              <a:ext cx="359280" cy="3151800"/>
            </a:xfrm>
            <a:prstGeom prst="rect">
              <a:avLst/>
            </a:prstGeom>
            <a:gradFill rotWithShape="0">
              <a:gsLst>
                <a:gs pos="0">
                  <a:srgbClr val="220011"/>
                </a:gs>
                <a:gs pos="50000">
                  <a:srgbClr val="9C004E"/>
                </a:gs>
                <a:gs pos="100000">
                  <a:srgbClr val="220011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2400" b="0" strike="noStrike" spc="-1">
                <a:solidFill>
                  <a:srgbClr val="FFFFCC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1" name="Freeform 4"/>
            <p:cNvSpPr/>
            <p:nvPr/>
          </p:nvSpPr>
          <p:spPr>
            <a:xfrm>
              <a:off x="0" y="0"/>
              <a:ext cx="9142920" cy="2132640"/>
            </a:xfrm>
            <a:custGeom>
              <a:avLst/>
              <a:gdLst>
                <a:gd name="textAreaLeft" fmla="*/ 0 w 9142920"/>
                <a:gd name="textAreaRight" fmla="*/ 9144000 w 9142920"/>
                <a:gd name="textAreaTop" fmla="*/ 0 h 2132640"/>
                <a:gd name="textAreaBottom" fmla="*/ 2133720 h 2132640"/>
              </a:gdLst>
              <a:ahLst/>
              <a:cxnLst/>
              <a:rect l="textAreaLeft" t="textAreaTop" r="textAreaRight" b="textAreaBottom"/>
              <a:pathLst>
                <a:path w="5760" h="1104">
                  <a:moveTo>
                    <a:pt x="0" y="0"/>
                  </a:moveTo>
                  <a:lnTo>
                    <a:pt x="5760" y="0"/>
                  </a:lnTo>
                  <a:lnTo>
                    <a:pt x="5760" y="720"/>
                  </a:lnTo>
                  <a:cubicBezTo>
                    <a:pt x="5400" y="824"/>
                    <a:pt x="4560" y="577"/>
                    <a:pt x="3600" y="624"/>
                  </a:cubicBezTo>
                  <a:cubicBezTo>
                    <a:pt x="2640" y="671"/>
                    <a:pt x="600" y="1104"/>
                    <a:pt x="0" y="1000"/>
                  </a:cubicBez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220011"/>
                </a:gs>
                <a:gs pos="50000">
                  <a:srgbClr val="660033"/>
                </a:gs>
                <a:gs pos="100000">
                  <a:srgbClr val="220011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2400" b="0" strike="noStrike" spc="-1">
                <a:solidFill>
                  <a:srgbClr val="FFFFCC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2" name="Freeform 5"/>
            <p:cNvSpPr/>
            <p:nvPr/>
          </p:nvSpPr>
          <p:spPr>
            <a:xfrm>
              <a:off x="0" y="1163520"/>
              <a:ext cx="9142920" cy="5693400"/>
            </a:xfrm>
            <a:custGeom>
              <a:avLst/>
              <a:gdLst>
                <a:gd name="textAreaLeft" fmla="*/ 0 w 9142920"/>
                <a:gd name="textAreaRight" fmla="*/ 9144000 w 9142920"/>
                <a:gd name="textAreaTop" fmla="*/ 0 h 5693400"/>
                <a:gd name="textAreaBottom" fmla="*/ 5694480 h 5693400"/>
              </a:gdLst>
              <a:ahLst/>
              <a:cxnLst/>
              <a:rect l="textAreaLeft" t="textAreaTop" r="textAreaRight" b="textAreaBottom"/>
              <a:pathLst>
                <a:path w="5760" h="3587">
                  <a:moveTo>
                    <a:pt x="0" y="582"/>
                  </a:moveTo>
                  <a:cubicBezTo>
                    <a:pt x="1027" y="680"/>
                    <a:pt x="1960" y="387"/>
                    <a:pt x="2640" y="267"/>
                  </a:cubicBezTo>
                  <a:cubicBezTo>
                    <a:pt x="2640" y="267"/>
                    <a:pt x="3268" y="180"/>
                    <a:pt x="3373" y="160"/>
                  </a:cubicBezTo>
                  <a:cubicBezTo>
                    <a:pt x="4120" y="0"/>
                    <a:pt x="5280" y="358"/>
                    <a:pt x="5760" y="358"/>
                  </a:cubicBezTo>
                  <a:lnTo>
                    <a:pt x="5760" y="3587"/>
                  </a:lnTo>
                  <a:lnTo>
                    <a:pt x="0" y="3587"/>
                  </a:lnTo>
                  <a:cubicBezTo>
                    <a:pt x="0" y="3587"/>
                    <a:pt x="0" y="582"/>
                    <a:pt x="0" y="582"/>
                  </a:cubicBezTo>
                  <a:close/>
                </a:path>
              </a:pathLst>
            </a:custGeom>
            <a:gradFill rotWithShape="0">
              <a:gsLst>
                <a:gs pos="0">
                  <a:srgbClr val="220011"/>
                </a:gs>
                <a:gs pos="50000">
                  <a:srgbClr val="660033"/>
                </a:gs>
                <a:gs pos="100000">
                  <a:srgbClr val="220011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2400" b="0" strike="noStrike" spc="-1">
                <a:solidFill>
                  <a:srgbClr val="FFFFCC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3" name="Freeform 6"/>
            <p:cNvSpPr/>
            <p:nvPr/>
          </p:nvSpPr>
          <p:spPr>
            <a:xfrm>
              <a:off x="0" y="291960"/>
              <a:ext cx="9142920" cy="852840"/>
            </a:xfrm>
            <a:custGeom>
              <a:avLst/>
              <a:gdLst>
                <a:gd name="textAreaLeft" fmla="*/ 0 w 9142920"/>
                <a:gd name="textAreaRight" fmla="*/ 9144000 w 9142920"/>
                <a:gd name="textAreaTop" fmla="*/ 0 h 852840"/>
                <a:gd name="textAreaBottom" fmla="*/ 853920 h 852840"/>
              </a:gdLst>
              <a:ahLst/>
              <a:cxnLst/>
              <a:rect l="textAreaLeft" t="textAreaTop" r="textAreaRight" b="textAreaBottom"/>
              <a:pathLst>
                <a:path w="5760" h="538">
                  <a:moveTo>
                    <a:pt x="0" y="163"/>
                  </a:moveTo>
                  <a:lnTo>
                    <a:pt x="0" y="403"/>
                  </a:lnTo>
                  <a:cubicBezTo>
                    <a:pt x="295" y="450"/>
                    <a:pt x="1011" y="481"/>
                    <a:pt x="1773" y="443"/>
                  </a:cubicBezTo>
                  <a:cubicBezTo>
                    <a:pt x="2535" y="405"/>
                    <a:pt x="3909" y="161"/>
                    <a:pt x="4573" y="176"/>
                  </a:cubicBezTo>
                  <a:cubicBezTo>
                    <a:pt x="5237" y="191"/>
                    <a:pt x="5562" y="538"/>
                    <a:pt x="5760" y="536"/>
                  </a:cubicBezTo>
                  <a:lnTo>
                    <a:pt x="5760" y="163"/>
                  </a:lnTo>
                  <a:cubicBezTo>
                    <a:pt x="5560" y="79"/>
                    <a:pt x="5189" y="0"/>
                    <a:pt x="4560" y="29"/>
                  </a:cubicBezTo>
                  <a:cubicBezTo>
                    <a:pt x="3931" y="58"/>
                    <a:pt x="2747" y="314"/>
                    <a:pt x="1987" y="336"/>
                  </a:cubicBezTo>
                  <a:cubicBezTo>
                    <a:pt x="1227" y="358"/>
                    <a:pt x="414" y="199"/>
                    <a:pt x="0" y="163"/>
                  </a:cubicBezTo>
                  <a:close/>
                </a:path>
              </a:pathLst>
            </a:custGeom>
            <a:gradFill rotWithShape="0">
              <a:gsLst>
                <a:gs pos="0">
                  <a:srgbClr val="660033"/>
                </a:gs>
                <a:gs pos="50000">
                  <a:srgbClr val="220011"/>
                </a:gs>
                <a:gs pos="100000">
                  <a:srgbClr val="660033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2400" b="0" strike="noStrike" spc="-1">
                <a:solidFill>
                  <a:srgbClr val="FFFFCC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4" name="Freeform 7"/>
            <p:cNvSpPr/>
            <p:nvPr/>
          </p:nvSpPr>
          <p:spPr>
            <a:xfrm>
              <a:off x="0" y="2405160"/>
              <a:ext cx="9142920" cy="1068840"/>
            </a:xfrm>
            <a:custGeom>
              <a:avLst/>
              <a:gdLst>
                <a:gd name="textAreaLeft" fmla="*/ 0 w 9142920"/>
                <a:gd name="textAreaRight" fmla="*/ 9144000 w 9142920"/>
                <a:gd name="textAreaTop" fmla="*/ 0 h 1068840"/>
                <a:gd name="textAreaBottom" fmla="*/ 1069920 h 1068840"/>
              </a:gdLst>
              <a:ahLst/>
              <a:cxnLst/>
              <a:rect l="textAreaLeft" t="textAreaTop" r="textAreaRight" b="textAreaBottom"/>
              <a:pathLst>
                <a:path w="5760" h="674">
                  <a:moveTo>
                    <a:pt x="0" y="246"/>
                  </a:moveTo>
                  <a:lnTo>
                    <a:pt x="0" y="406"/>
                  </a:lnTo>
                  <a:cubicBezTo>
                    <a:pt x="213" y="463"/>
                    <a:pt x="1009" y="616"/>
                    <a:pt x="1280" y="645"/>
                  </a:cubicBezTo>
                  <a:cubicBezTo>
                    <a:pt x="1551" y="674"/>
                    <a:pt x="1092" y="669"/>
                    <a:pt x="1627" y="580"/>
                  </a:cubicBezTo>
                  <a:cubicBezTo>
                    <a:pt x="2162" y="491"/>
                    <a:pt x="3804" y="109"/>
                    <a:pt x="4493" y="113"/>
                  </a:cubicBezTo>
                  <a:cubicBezTo>
                    <a:pt x="5182" y="117"/>
                    <a:pt x="5549" y="586"/>
                    <a:pt x="5760" y="606"/>
                  </a:cubicBezTo>
                  <a:lnTo>
                    <a:pt x="5760" y="233"/>
                  </a:lnTo>
                  <a:cubicBezTo>
                    <a:pt x="5471" y="158"/>
                    <a:pt x="4818" y="0"/>
                    <a:pt x="4040" y="33"/>
                  </a:cubicBezTo>
                  <a:cubicBezTo>
                    <a:pt x="3262" y="66"/>
                    <a:pt x="1766" y="398"/>
                    <a:pt x="1093" y="433"/>
                  </a:cubicBezTo>
                  <a:cubicBezTo>
                    <a:pt x="420" y="468"/>
                    <a:pt x="228" y="285"/>
                    <a:pt x="0" y="246"/>
                  </a:cubicBezTo>
                  <a:close/>
                </a:path>
              </a:pathLst>
            </a:custGeom>
            <a:gradFill rotWithShape="0">
              <a:gsLst>
                <a:gs pos="0">
                  <a:srgbClr val="660033"/>
                </a:gs>
                <a:gs pos="50000">
                  <a:srgbClr val="56002B"/>
                </a:gs>
                <a:gs pos="100000">
                  <a:srgbClr val="660033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2400" b="0" strike="noStrike" spc="-1">
                <a:solidFill>
                  <a:srgbClr val="FFFFCC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5" name="Freeform 8"/>
            <p:cNvSpPr/>
            <p:nvPr/>
          </p:nvSpPr>
          <p:spPr>
            <a:xfrm>
              <a:off x="2476440" y="1522440"/>
              <a:ext cx="6666480" cy="5334480"/>
            </a:xfrm>
            <a:custGeom>
              <a:avLst/>
              <a:gdLst>
                <a:gd name="textAreaLeft" fmla="*/ 0 w 6666480"/>
                <a:gd name="textAreaRight" fmla="*/ 6667560 w 6666480"/>
                <a:gd name="textAreaTop" fmla="*/ 0 h 5334480"/>
                <a:gd name="textAreaBottom" fmla="*/ 5335560 h 5334480"/>
              </a:gdLst>
              <a:ahLst/>
              <a:cxnLst/>
              <a:rect l="textAreaLeft" t="textAreaTop" r="textAreaRight" b="textAreaBottom"/>
              <a:pathLst>
                <a:path w="4200" h="3361">
                  <a:moveTo>
                    <a:pt x="0" y="3361"/>
                  </a:moveTo>
                  <a:cubicBezTo>
                    <a:pt x="118" y="2850"/>
                    <a:pt x="354" y="590"/>
                    <a:pt x="1054" y="295"/>
                  </a:cubicBezTo>
                  <a:cubicBezTo>
                    <a:pt x="1754" y="0"/>
                    <a:pt x="3676" y="1299"/>
                    <a:pt x="4200" y="1588"/>
                  </a:cubicBezTo>
                  <a:lnTo>
                    <a:pt x="4200" y="2028"/>
                  </a:lnTo>
                  <a:cubicBezTo>
                    <a:pt x="3700" y="1837"/>
                    <a:pt x="1842" y="220"/>
                    <a:pt x="1200" y="442"/>
                  </a:cubicBezTo>
                  <a:cubicBezTo>
                    <a:pt x="558" y="664"/>
                    <a:pt x="547" y="2875"/>
                    <a:pt x="347" y="3361"/>
                  </a:cubicBezTo>
                  <a:lnTo>
                    <a:pt x="0" y="3361"/>
                  </a:lnTo>
                  <a:close/>
                </a:path>
              </a:pathLst>
            </a:custGeom>
            <a:gradFill rotWithShape="0">
              <a:gsLst>
                <a:gs pos="0">
                  <a:srgbClr val="56002B"/>
                </a:gs>
                <a:gs pos="50000">
                  <a:srgbClr val="660033"/>
                </a:gs>
                <a:gs pos="100000">
                  <a:srgbClr val="56002B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2400" b="0" strike="noStrike" spc="-1">
                <a:solidFill>
                  <a:srgbClr val="FFFFCC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6" name="Freeform 9"/>
            <p:cNvSpPr/>
            <p:nvPr/>
          </p:nvSpPr>
          <p:spPr>
            <a:xfrm>
              <a:off x="0" y="3443400"/>
              <a:ext cx="9142920" cy="3054960"/>
            </a:xfrm>
            <a:custGeom>
              <a:avLst/>
              <a:gdLst>
                <a:gd name="textAreaLeft" fmla="*/ 0 w 9142920"/>
                <a:gd name="textAreaRight" fmla="*/ 9144000 w 9142920"/>
                <a:gd name="textAreaTop" fmla="*/ 0 h 3054960"/>
                <a:gd name="textAreaBottom" fmla="*/ 3056040 h 3054960"/>
              </a:gdLst>
              <a:ahLst/>
              <a:cxnLst/>
              <a:rect l="textAreaLeft" t="textAreaTop" r="textAreaRight" b="textAreaBottom"/>
              <a:pathLst>
                <a:path w="5760" h="1925">
                  <a:moveTo>
                    <a:pt x="0" y="804"/>
                  </a:moveTo>
                  <a:lnTo>
                    <a:pt x="0" y="991"/>
                  </a:lnTo>
                  <a:cubicBezTo>
                    <a:pt x="258" y="1160"/>
                    <a:pt x="1005" y="1925"/>
                    <a:pt x="1547" y="1818"/>
                  </a:cubicBezTo>
                  <a:cubicBezTo>
                    <a:pt x="2089" y="1711"/>
                    <a:pt x="2551" y="398"/>
                    <a:pt x="3253" y="351"/>
                  </a:cubicBezTo>
                  <a:cubicBezTo>
                    <a:pt x="3955" y="304"/>
                    <a:pt x="5342" y="1404"/>
                    <a:pt x="5760" y="1537"/>
                  </a:cubicBezTo>
                  <a:lnTo>
                    <a:pt x="5760" y="1151"/>
                  </a:lnTo>
                  <a:cubicBezTo>
                    <a:pt x="5405" y="1124"/>
                    <a:pt x="3982" y="0"/>
                    <a:pt x="3240" y="84"/>
                  </a:cubicBezTo>
                  <a:cubicBezTo>
                    <a:pt x="2542" y="171"/>
                    <a:pt x="2113" y="1551"/>
                    <a:pt x="1573" y="1671"/>
                  </a:cubicBezTo>
                  <a:cubicBezTo>
                    <a:pt x="1033" y="1791"/>
                    <a:pt x="262" y="826"/>
                    <a:pt x="0" y="804"/>
                  </a:cubicBezTo>
                  <a:close/>
                </a:path>
              </a:pathLst>
            </a:custGeom>
            <a:gradFill rotWithShape="0">
              <a:gsLst>
                <a:gs pos="0">
                  <a:srgbClr val="660033"/>
                </a:gs>
                <a:gs pos="50000">
                  <a:srgbClr val="56002B"/>
                </a:gs>
                <a:gs pos="100000">
                  <a:srgbClr val="660033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2400" b="0" strike="noStrike" spc="-1">
                <a:solidFill>
                  <a:srgbClr val="FFFFCC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7" name="Freeform 10"/>
            <p:cNvSpPr/>
            <p:nvPr/>
          </p:nvSpPr>
          <p:spPr>
            <a:xfrm>
              <a:off x="0" y="3552840"/>
              <a:ext cx="6236280" cy="3364560"/>
            </a:xfrm>
            <a:custGeom>
              <a:avLst/>
              <a:gdLst>
                <a:gd name="textAreaLeft" fmla="*/ 0 w 6236280"/>
                <a:gd name="textAreaRight" fmla="*/ 6237360 w 6236280"/>
                <a:gd name="textAreaTop" fmla="*/ 0 h 3364560"/>
                <a:gd name="textAreaBottom" fmla="*/ 3365640 h 3364560"/>
              </a:gdLst>
              <a:ahLst/>
              <a:cxnLst/>
              <a:rect l="textAreaLeft" t="textAreaTop" r="textAreaRight" b="textAreaBottom"/>
              <a:pathLst>
                <a:path w="4196" h="2120">
                  <a:moveTo>
                    <a:pt x="0" y="415"/>
                  </a:moveTo>
                  <a:lnTo>
                    <a:pt x="0" y="508"/>
                  </a:lnTo>
                  <a:cubicBezTo>
                    <a:pt x="160" y="577"/>
                    <a:pt x="1280" y="138"/>
                    <a:pt x="1933" y="229"/>
                  </a:cubicBezTo>
                  <a:cubicBezTo>
                    <a:pt x="2586" y="320"/>
                    <a:pt x="3644" y="746"/>
                    <a:pt x="3920" y="1055"/>
                  </a:cubicBezTo>
                  <a:cubicBezTo>
                    <a:pt x="4196" y="1364"/>
                    <a:pt x="3583" y="2120"/>
                    <a:pt x="3587" y="2082"/>
                  </a:cubicBezTo>
                  <a:lnTo>
                    <a:pt x="3947" y="829"/>
                  </a:lnTo>
                  <a:cubicBezTo>
                    <a:pt x="3725" y="494"/>
                    <a:pt x="2911" y="138"/>
                    <a:pt x="2253" y="69"/>
                  </a:cubicBezTo>
                  <a:cubicBezTo>
                    <a:pt x="1595" y="0"/>
                    <a:pt x="469" y="343"/>
                    <a:pt x="0" y="415"/>
                  </a:cubicBezTo>
                  <a:close/>
                </a:path>
              </a:pathLst>
            </a:custGeom>
            <a:gradFill rotWithShape="0">
              <a:gsLst>
                <a:gs pos="0">
                  <a:srgbClr val="56002B"/>
                </a:gs>
                <a:gs pos="50000">
                  <a:srgbClr val="660033"/>
                </a:gs>
                <a:gs pos="100000">
                  <a:srgbClr val="56002B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2400" b="0" strike="noStrike" spc="-1">
                <a:solidFill>
                  <a:srgbClr val="FFFFCC"/>
                </a:solidFill>
                <a:latin typeface="Times New Roman"/>
                <a:ea typeface="DejaVu Sans"/>
              </a:endParaRPr>
            </a:p>
          </p:txBody>
        </p:sp>
      </p:grp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r>
              <a:rPr lang="es-AR" sz="1800" b="0" strike="noStrike" spc="-1">
                <a:solidFill>
                  <a:srgbClr val="FFFFFF"/>
                </a:solidFill>
                <a:latin typeface="Arial"/>
              </a:rPr>
              <a:t>Pulse para editar el formato del texto de título</a:t>
            </a: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AR" sz="1800" b="0" strike="noStrike" spc="-1">
                <a:solidFill>
                  <a:srgbClr val="FFFFFF"/>
                </a:solidFill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AR" sz="1800" b="0" strike="noStrike" spc="-1">
                <a:solidFill>
                  <a:srgbClr val="FFFFFF"/>
                </a:solidFill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AR" sz="1800" b="0" strike="noStrike" spc="-1">
                <a:solidFill>
                  <a:srgbClr val="FFFFFF"/>
                </a:solidFill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AR" sz="1800" b="0" strike="noStrike" spc="-1">
                <a:solidFill>
                  <a:srgbClr val="FFFFFF"/>
                </a:solidFill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AR" sz="1800" b="0" strike="noStrike" spc="-1">
                <a:solidFill>
                  <a:srgbClr val="FFFFFF"/>
                </a:solidFill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AR" sz="1800" b="0" strike="noStrike" spc="-1">
                <a:solidFill>
                  <a:srgbClr val="FFFFFF"/>
                </a:solidFill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AR" sz="1800" b="0" strike="noStrike" spc="-1">
                <a:solidFill>
                  <a:srgbClr val="FFFFFF"/>
                </a:solidFill>
                <a:latin typeface="Arial"/>
              </a:rPr>
              <a:t>Séptimo nivel del esquema</a:t>
            </a:r>
          </a:p>
        </p:txBody>
      </p:sp>
      <p:sp>
        <p:nvSpPr>
          <p:cNvPr id="20" name="PlaceHolder 3"/>
          <p:cNvSpPr>
            <a:spLocks noGrp="1"/>
          </p:cNvSpPr>
          <p:nvPr>
            <p:ph type="ftr" idx="1"/>
          </p:nvPr>
        </p:nvSpPr>
        <p:spPr>
          <a:xfrm>
            <a:off x="3124080" y="6248520"/>
            <a:ext cx="2894400" cy="456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AR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AR" sz="1400" b="0" strike="noStrike" spc="-1">
                <a:solidFill>
                  <a:srgbClr val="FFFFFF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21" name="PlaceHolder 4"/>
          <p:cNvSpPr>
            <a:spLocks noGrp="1"/>
          </p:cNvSpPr>
          <p:nvPr>
            <p:ph type="sldNum" idx="2"/>
          </p:nvPr>
        </p:nvSpPr>
        <p:spPr>
          <a:xfrm>
            <a:off x="6553080" y="6248520"/>
            <a:ext cx="1904040" cy="456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FFFFCC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0D9646E-E56F-4F83-9D20-BEB094017669}" type="slidenum">
              <a:rPr lang="es-ES" sz="1400" b="0" strike="noStrike" spc="-1">
                <a:solidFill>
                  <a:srgbClr val="FFFFCC"/>
                </a:solidFill>
                <a:latin typeface="Times New Roman"/>
              </a:rPr>
              <a:t>‹Nº›</a:t>
            </a:fld>
            <a:endParaRPr lang="es-AR" sz="1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dt" idx="3"/>
          </p:nvPr>
        </p:nvSpPr>
        <p:spPr>
          <a:xfrm>
            <a:off x="685800" y="6248520"/>
            <a:ext cx="1904040" cy="456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b">
            <a:noAutofit/>
          </a:bodyPr>
          <a:lstStyle>
            <a:lvl1pPr indent="0">
              <a:buNone/>
              <a:defRPr lang="es-AR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s-AR" sz="1400" b="0" strike="noStrike" spc="-1">
                <a:solidFill>
                  <a:srgbClr val="FFFFFF"/>
                </a:solidFill>
                <a:latin typeface="Times New Roman"/>
              </a:rPr>
              <a:t>&lt;fecha/hora&gt;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220011"/>
            </a:gs>
            <a:gs pos="50000">
              <a:srgbClr val="660033"/>
            </a:gs>
            <a:gs pos="100000">
              <a:srgbClr val="220011"/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2"/>
          <p:cNvGrpSpPr/>
          <p:nvPr/>
        </p:nvGrpSpPr>
        <p:grpSpPr>
          <a:xfrm>
            <a:off x="0" y="0"/>
            <a:ext cx="9142920" cy="6917400"/>
            <a:chOff x="0" y="0"/>
            <a:chExt cx="9142920" cy="6917400"/>
          </a:xfrm>
        </p:grpSpPr>
        <p:sp>
          <p:nvSpPr>
            <p:cNvPr id="60" name="Rectangle 3"/>
            <p:cNvSpPr/>
            <p:nvPr/>
          </p:nvSpPr>
          <p:spPr>
            <a:xfrm>
              <a:off x="8783640" y="444600"/>
              <a:ext cx="359280" cy="3151800"/>
            </a:xfrm>
            <a:prstGeom prst="rect">
              <a:avLst/>
            </a:prstGeom>
            <a:gradFill rotWithShape="0">
              <a:gsLst>
                <a:gs pos="0">
                  <a:srgbClr val="220011"/>
                </a:gs>
                <a:gs pos="50000">
                  <a:srgbClr val="9C004E"/>
                </a:gs>
                <a:gs pos="100000">
                  <a:srgbClr val="220011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2400" b="0" strike="noStrike" spc="-1">
                <a:solidFill>
                  <a:srgbClr val="FFFFCC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61" name="Freeform 4"/>
            <p:cNvSpPr/>
            <p:nvPr/>
          </p:nvSpPr>
          <p:spPr>
            <a:xfrm>
              <a:off x="0" y="0"/>
              <a:ext cx="9142920" cy="2132640"/>
            </a:xfrm>
            <a:custGeom>
              <a:avLst/>
              <a:gdLst>
                <a:gd name="textAreaLeft" fmla="*/ 0 w 9142920"/>
                <a:gd name="textAreaRight" fmla="*/ 9144000 w 9142920"/>
                <a:gd name="textAreaTop" fmla="*/ 0 h 2132640"/>
                <a:gd name="textAreaBottom" fmla="*/ 2133720 h 2132640"/>
              </a:gdLst>
              <a:ahLst/>
              <a:cxnLst/>
              <a:rect l="textAreaLeft" t="textAreaTop" r="textAreaRight" b="textAreaBottom"/>
              <a:pathLst>
                <a:path w="5760" h="1104">
                  <a:moveTo>
                    <a:pt x="0" y="0"/>
                  </a:moveTo>
                  <a:lnTo>
                    <a:pt x="5760" y="0"/>
                  </a:lnTo>
                  <a:lnTo>
                    <a:pt x="5760" y="720"/>
                  </a:lnTo>
                  <a:cubicBezTo>
                    <a:pt x="5400" y="824"/>
                    <a:pt x="4560" y="577"/>
                    <a:pt x="3600" y="624"/>
                  </a:cubicBezTo>
                  <a:cubicBezTo>
                    <a:pt x="2640" y="671"/>
                    <a:pt x="600" y="1104"/>
                    <a:pt x="0" y="1000"/>
                  </a:cubicBez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220011"/>
                </a:gs>
                <a:gs pos="50000">
                  <a:srgbClr val="660033"/>
                </a:gs>
                <a:gs pos="100000">
                  <a:srgbClr val="220011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2400" b="0" strike="noStrike" spc="-1">
                <a:solidFill>
                  <a:srgbClr val="FFFFCC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62" name="Freeform 5"/>
            <p:cNvSpPr/>
            <p:nvPr/>
          </p:nvSpPr>
          <p:spPr>
            <a:xfrm>
              <a:off x="0" y="1163520"/>
              <a:ext cx="9142920" cy="5693400"/>
            </a:xfrm>
            <a:custGeom>
              <a:avLst/>
              <a:gdLst>
                <a:gd name="textAreaLeft" fmla="*/ 0 w 9142920"/>
                <a:gd name="textAreaRight" fmla="*/ 9144000 w 9142920"/>
                <a:gd name="textAreaTop" fmla="*/ 0 h 5693400"/>
                <a:gd name="textAreaBottom" fmla="*/ 5694480 h 5693400"/>
              </a:gdLst>
              <a:ahLst/>
              <a:cxnLst/>
              <a:rect l="textAreaLeft" t="textAreaTop" r="textAreaRight" b="textAreaBottom"/>
              <a:pathLst>
                <a:path w="5760" h="3587">
                  <a:moveTo>
                    <a:pt x="0" y="582"/>
                  </a:moveTo>
                  <a:cubicBezTo>
                    <a:pt x="1027" y="680"/>
                    <a:pt x="1960" y="387"/>
                    <a:pt x="2640" y="267"/>
                  </a:cubicBezTo>
                  <a:cubicBezTo>
                    <a:pt x="2640" y="267"/>
                    <a:pt x="3268" y="180"/>
                    <a:pt x="3373" y="160"/>
                  </a:cubicBezTo>
                  <a:cubicBezTo>
                    <a:pt x="4120" y="0"/>
                    <a:pt x="5280" y="358"/>
                    <a:pt x="5760" y="358"/>
                  </a:cubicBezTo>
                  <a:lnTo>
                    <a:pt x="5760" y="3587"/>
                  </a:lnTo>
                  <a:lnTo>
                    <a:pt x="0" y="3587"/>
                  </a:lnTo>
                  <a:cubicBezTo>
                    <a:pt x="0" y="3587"/>
                    <a:pt x="0" y="582"/>
                    <a:pt x="0" y="582"/>
                  </a:cubicBezTo>
                  <a:close/>
                </a:path>
              </a:pathLst>
            </a:custGeom>
            <a:gradFill rotWithShape="0">
              <a:gsLst>
                <a:gs pos="0">
                  <a:srgbClr val="220011"/>
                </a:gs>
                <a:gs pos="50000">
                  <a:srgbClr val="660033"/>
                </a:gs>
                <a:gs pos="100000">
                  <a:srgbClr val="220011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2400" b="0" strike="noStrike" spc="-1">
                <a:solidFill>
                  <a:srgbClr val="FFFFCC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63" name="Freeform 6"/>
            <p:cNvSpPr/>
            <p:nvPr/>
          </p:nvSpPr>
          <p:spPr>
            <a:xfrm>
              <a:off x="0" y="291960"/>
              <a:ext cx="9142920" cy="852840"/>
            </a:xfrm>
            <a:custGeom>
              <a:avLst/>
              <a:gdLst>
                <a:gd name="textAreaLeft" fmla="*/ 0 w 9142920"/>
                <a:gd name="textAreaRight" fmla="*/ 9144000 w 9142920"/>
                <a:gd name="textAreaTop" fmla="*/ 0 h 852840"/>
                <a:gd name="textAreaBottom" fmla="*/ 853920 h 852840"/>
              </a:gdLst>
              <a:ahLst/>
              <a:cxnLst/>
              <a:rect l="textAreaLeft" t="textAreaTop" r="textAreaRight" b="textAreaBottom"/>
              <a:pathLst>
                <a:path w="5760" h="538">
                  <a:moveTo>
                    <a:pt x="0" y="163"/>
                  </a:moveTo>
                  <a:lnTo>
                    <a:pt x="0" y="403"/>
                  </a:lnTo>
                  <a:cubicBezTo>
                    <a:pt x="295" y="450"/>
                    <a:pt x="1011" y="481"/>
                    <a:pt x="1773" y="443"/>
                  </a:cubicBezTo>
                  <a:cubicBezTo>
                    <a:pt x="2535" y="405"/>
                    <a:pt x="3909" y="161"/>
                    <a:pt x="4573" y="176"/>
                  </a:cubicBezTo>
                  <a:cubicBezTo>
                    <a:pt x="5237" y="191"/>
                    <a:pt x="5562" y="538"/>
                    <a:pt x="5760" y="536"/>
                  </a:cubicBezTo>
                  <a:lnTo>
                    <a:pt x="5760" y="163"/>
                  </a:lnTo>
                  <a:cubicBezTo>
                    <a:pt x="5560" y="79"/>
                    <a:pt x="5189" y="0"/>
                    <a:pt x="4560" y="29"/>
                  </a:cubicBezTo>
                  <a:cubicBezTo>
                    <a:pt x="3931" y="58"/>
                    <a:pt x="2747" y="314"/>
                    <a:pt x="1987" y="336"/>
                  </a:cubicBezTo>
                  <a:cubicBezTo>
                    <a:pt x="1227" y="358"/>
                    <a:pt x="414" y="199"/>
                    <a:pt x="0" y="163"/>
                  </a:cubicBezTo>
                  <a:close/>
                </a:path>
              </a:pathLst>
            </a:custGeom>
            <a:gradFill rotWithShape="0">
              <a:gsLst>
                <a:gs pos="0">
                  <a:srgbClr val="660033"/>
                </a:gs>
                <a:gs pos="50000">
                  <a:srgbClr val="220011"/>
                </a:gs>
                <a:gs pos="100000">
                  <a:srgbClr val="660033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2400" b="0" strike="noStrike" spc="-1">
                <a:solidFill>
                  <a:srgbClr val="FFFFCC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64" name="Freeform 7"/>
            <p:cNvSpPr/>
            <p:nvPr/>
          </p:nvSpPr>
          <p:spPr>
            <a:xfrm>
              <a:off x="0" y="2405160"/>
              <a:ext cx="9142920" cy="1068840"/>
            </a:xfrm>
            <a:custGeom>
              <a:avLst/>
              <a:gdLst>
                <a:gd name="textAreaLeft" fmla="*/ 0 w 9142920"/>
                <a:gd name="textAreaRight" fmla="*/ 9144000 w 9142920"/>
                <a:gd name="textAreaTop" fmla="*/ 0 h 1068840"/>
                <a:gd name="textAreaBottom" fmla="*/ 1069920 h 1068840"/>
              </a:gdLst>
              <a:ahLst/>
              <a:cxnLst/>
              <a:rect l="textAreaLeft" t="textAreaTop" r="textAreaRight" b="textAreaBottom"/>
              <a:pathLst>
                <a:path w="5760" h="674">
                  <a:moveTo>
                    <a:pt x="0" y="246"/>
                  </a:moveTo>
                  <a:lnTo>
                    <a:pt x="0" y="406"/>
                  </a:lnTo>
                  <a:cubicBezTo>
                    <a:pt x="213" y="463"/>
                    <a:pt x="1009" y="616"/>
                    <a:pt x="1280" y="645"/>
                  </a:cubicBezTo>
                  <a:cubicBezTo>
                    <a:pt x="1551" y="674"/>
                    <a:pt x="1092" y="669"/>
                    <a:pt x="1627" y="580"/>
                  </a:cubicBezTo>
                  <a:cubicBezTo>
                    <a:pt x="2162" y="491"/>
                    <a:pt x="3804" y="109"/>
                    <a:pt x="4493" y="113"/>
                  </a:cubicBezTo>
                  <a:cubicBezTo>
                    <a:pt x="5182" y="117"/>
                    <a:pt x="5549" y="586"/>
                    <a:pt x="5760" y="606"/>
                  </a:cubicBezTo>
                  <a:lnTo>
                    <a:pt x="5760" y="233"/>
                  </a:lnTo>
                  <a:cubicBezTo>
                    <a:pt x="5471" y="158"/>
                    <a:pt x="4818" y="0"/>
                    <a:pt x="4040" y="33"/>
                  </a:cubicBezTo>
                  <a:cubicBezTo>
                    <a:pt x="3262" y="66"/>
                    <a:pt x="1766" y="398"/>
                    <a:pt x="1093" y="433"/>
                  </a:cubicBezTo>
                  <a:cubicBezTo>
                    <a:pt x="420" y="468"/>
                    <a:pt x="228" y="285"/>
                    <a:pt x="0" y="246"/>
                  </a:cubicBezTo>
                  <a:close/>
                </a:path>
              </a:pathLst>
            </a:custGeom>
            <a:gradFill rotWithShape="0">
              <a:gsLst>
                <a:gs pos="0">
                  <a:srgbClr val="660033"/>
                </a:gs>
                <a:gs pos="50000">
                  <a:srgbClr val="56002B"/>
                </a:gs>
                <a:gs pos="100000">
                  <a:srgbClr val="660033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2400" b="0" strike="noStrike" spc="-1">
                <a:solidFill>
                  <a:srgbClr val="FFFFCC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65" name="Freeform 8"/>
            <p:cNvSpPr/>
            <p:nvPr/>
          </p:nvSpPr>
          <p:spPr>
            <a:xfrm>
              <a:off x="2476440" y="1522440"/>
              <a:ext cx="6666480" cy="5334480"/>
            </a:xfrm>
            <a:custGeom>
              <a:avLst/>
              <a:gdLst>
                <a:gd name="textAreaLeft" fmla="*/ 0 w 6666480"/>
                <a:gd name="textAreaRight" fmla="*/ 6667560 w 6666480"/>
                <a:gd name="textAreaTop" fmla="*/ 0 h 5334480"/>
                <a:gd name="textAreaBottom" fmla="*/ 5335560 h 5334480"/>
              </a:gdLst>
              <a:ahLst/>
              <a:cxnLst/>
              <a:rect l="textAreaLeft" t="textAreaTop" r="textAreaRight" b="textAreaBottom"/>
              <a:pathLst>
                <a:path w="4200" h="3361">
                  <a:moveTo>
                    <a:pt x="0" y="3361"/>
                  </a:moveTo>
                  <a:cubicBezTo>
                    <a:pt x="118" y="2850"/>
                    <a:pt x="354" y="590"/>
                    <a:pt x="1054" y="295"/>
                  </a:cubicBezTo>
                  <a:cubicBezTo>
                    <a:pt x="1754" y="0"/>
                    <a:pt x="3676" y="1299"/>
                    <a:pt x="4200" y="1588"/>
                  </a:cubicBezTo>
                  <a:lnTo>
                    <a:pt x="4200" y="2028"/>
                  </a:lnTo>
                  <a:cubicBezTo>
                    <a:pt x="3700" y="1837"/>
                    <a:pt x="1842" y="220"/>
                    <a:pt x="1200" y="442"/>
                  </a:cubicBezTo>
                  <a:cubicBezTo>
                    <a:pt x="558" y="664"/>
                    <a:pt x="547" y="2875"/>
                    <a:pt x="347" y="3361"/>
                  </a:cubicBezTo>
                  <a:lnTo>
                    <a:pt x="0" y="3361"/>
                  </a:lnTo>
                  <a:close/>
                </a:path>
              </a:pathLst>
            </a:custGeom>
            <a:gradFill rotWithShape="0">
              <a:gsLst>
                <a:gs pos="0">
                  <a:srgbClr val="56002B"/>
                </a:gs>
                <a:gs pos="50000">
                  <a:srgbClr val="660033"/>
                </a:gs>
                <a:gs pos="100000">
                  <a:srgbClr val="56002B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2400" b="0" strike="noStrike" spc="-1">
                <a:solidFill>
                  <a:srgbClr val="FFFFCC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66" name="Freeform 9"/>
            <p:cNvSpPr/>
            <p:nvPr/>
          </p:nvSpPr>
          <p:spPr>
            <a:xfrm>
              <a:off x="0" y="3443400"/>
              <a:ext cx="9142920" cy="3054960"/>
            </a:xfrm>
            <a:custGeom>
              <a:avLst/>
              <a:gdLst>
                <a:gd name="textAreaLeft" fmla="*/ 0 w 9142920"/>
                <a:gd name="textAreaRight" fmla="*/ 9144000 w 9142920"/>
                <a:gd name="textAreaTop" fmla="*/ 0 h 3054960"/>
                <a:gd name="textAreaBottom" fmla="*/ 3056040 h 3054960"/>
              </a:gdLst>
              <a:ahLst/>
              <a:cxnLst/>
              <a:rect l="textAreaLeft" t="textAreaTop" r="textAreaRight" b="textAreaBottom"/>
              <a:pathLst>
                <a:path w="5760" h="1925">
                  <a:moveTo>
                    <a:pt x="0" y="804"/>
                  </a:moveTo>
                  <a:lnTo>
                    <a:pt x="0" y="991"/>
                  </a:lnTo>
                  <a:cubicBezTo>
                    <a:pt x="258" y="1160"/>
                    <a:pt x="1005" y="1925"/>
                    <a:pt x="1547" y="1818"/>
                  </a:cubicBezTo>
                  <a:cubicBezTo>
                    <a:pt x="2089" y="1711"/>
                    <a:pt x="2551" y="398"/>
                    <a:pt x="3253" y="351"/>
                  </a:cubicBezTo>
                  <a:cubicBezTo>
                    <a:pt x="3955" y="304"/>
                    <a:pt x="5342" y="1404"/>
                    <a:pt x="5760" y="1537"/>
                  </a:cubicBezTo>
                  <a:lnTo>
                    <a:pt x="5760" y="1151"/>
                  </a:lnTo>
                  <a:cubicBezTo>
                    <a:pt x="5405" y="1124"/>
                    <a:pt x="3982" y="0"/>
                    <a:pt x="3240" y="84"/>
                  </a:cubicBezTo>
                  <a:cubicBezTo>
                    <a:pt x="2542" y="171"/>
                    <a:pt x="2113" y="1551"/>
                    <a:pt x="1573" y="1671"/>
                  </a:cubicBezTo>
                  <a:cubicBezTo>
                    <a:pt x="1033" y="1791"/>
                    <a:pt x="262" y="826"/>
                    <a:pt x="0" y="804"/>
                  </a:cubicBezTo>
                  <a:close/>
                </a:path>
              </a:pathLst>
            </a:custGeom>
            <a:gradFill rotWithShape="0">
              <a:gsLst>
                <a:gs pos="0">
                  <a:srgbClr val="660033"/>
                </a:gs>
                <a:gs pos="50000">
                  <a:srgbClr val="56002B"/>
                </a:gs>
                <a:gs pos="100000">
                  <a:srgbClr val="660033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2400" b="0" strike="noStrike" spc="-1">
                <a:solidFill>
                  <a:srgbClr val="FFFFCC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67" name="Freeform 10"/>
            <p:cNvSpPr/>
            <p:nvPr/>
          </p:nvSpPr>
          <p:spPr>
            <a:xfrm>
              <a:off x="0" y="3552840"/>
              <a:ext cx="6236280" cy="3364560"/>
            </a:xfrm>
            <a:custGeom>
              <a:avLst/>
              <a:gdLst>
                <a:gd name="textAreaLeft" fmla="*/ 0 w 6236280"/>
                <a:gd name="textAreaRight" fmla="*/ 6237360 w 6236280"/>
                <a:gd name="textAreaTop" fmla="*/ 0 h 3364560"/>
                <a:gd name="textAreaBottom" fmla="*/ 3365640 h 3364560"/>
              </a:gdLst>
              <a:ahLst/>
              <a:cxnLst/>
              <a:rect l="textAreaLeft" t="textAreaTop" r="textAreaRight" b="textAreaBottom"/>
              <a:pathLst>
                <a:path w="4196" h="2120">
                  <a:moveTo>
                    <a:pt x="0" y="415"/>
                  </a:moveTo>
                  <a:lnTo>
                    <a:pt x="0" y="508"/>
                  </a:lnTo>
                  <a:cubicBezTo>
                    <a:pt x="160" y="577"/>
                    <a:pt x="1280" y="138"/>
                    <a:pt x="1933" y="229"/>
                  </a:cubicBezTo>
                  <a:cubicBezTo>
                    <a:pt x="2586" y="320"/>
                    <a:pt x="3644" y="746"/>
                    <a:pt x="3920" y="1055"/>
                  </a:cubicBezTo>
                  <a:cubicBezTo>
                    <a:pt x="4196" y="1364"/>
                    <a:pt x="3583" y="2120"/>
                    <a:pt x="3587" y="2082"/>
                  </a:cubicBezTo>
                  <a:lnTo>
                    <a:pt x="3947" y="829"/>
                  </a:lnTo>
                  <a:cubicBezTo>
                    <a:pt x="3725" y="494"/>
                    <a:pt x="2911" y="138"/>
                    <a:pt x="2253" y="69"/>
                  </a:cubicBezTo>
                  <a:cubicBezTo>
                    <a:pt x="1595" y="0"/>
                    <a:pt x="469" y="343"/>
                    <a:pt x="0" y="415"/>
                  </a:cubicBezTo>
                  <a:close/>
                </a:path>
              </a:pathLst>
            </a:custGeom>
            <a:gradFill rotWithShape="0">
              <a:gsLst>
                <a:gs pos="0">
                  <a:srgbClr val="56002B"/>
                </a:gs>
                <a:gs pos="50000">
                  <a:srgbClr val="660033"/>
                </a:gs>
                <a:gs pos="100000">
                  <a:srgbClr val="56002B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2400" b="0" strike="noStrike" spc="-1">
                <a:solidFill>
                  <a:srgbClr val="FFFFCC"/>
                </a:solidFill>
                <a:latin typeface="Times New Roman"/>
                <a:ea typeface="DejaVu Sans"/>
              </a:endParaRPr>
            </a:p>
          </p:txBody>
        </p:sp>
      </p:grpSp>
      <p:sp>
        <p:nvSpPr>
          <p:cNvPr id="68" name="PlaceHolder 1"/>
          <p:cNvSpPr>
            <a:spLocks noGrp="1"/>
          </p:cNvSpPr>
          <p:nvPr>
            <p:ph type="ftr" idx="4"/>
          </p:nvPr>
        </p:nvSpPr>
        <p:spPr>
          <a:xfrm>
            <a:off x="3124080" y="6248520"/>
            <a:ext cx="2894400" cy="456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AR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AR" sz="1400" b="0" strike="noStrike" spc="-1">
                <a:solidFill>
                  <a:srgbClr val="FFFFFF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69" name="PlaceHolder 2"/>
          <p:cNvSpPr>
            <a:spLocks noGrp="1"/>
          </p:cNvSpPr>
          <p:nvPr>
            <p:ph type="sldNum" idx="5"/>
          </p:nvPr>
        </p:nvSpPr>
        <p:spPr>
          <a:xfrm>
            <a:off x="6553080" y="6248520"/>
            <a:ext cx="1904040" cy="456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b">
            <a:noAutofit/>
          </a:bodyPr>
          <a:lstStyle>
            <a:lvl1pPr indent="0" algn="r">
              <a:lnSpc>
                <a:spcPct val="100000"/>
              </a:lnSpc>
              <a:spcBef>
                <a:spcPts val="700"/>
              </a:spcBef>
              <a:buNone/>
              <a:tabLst>
                <a:tab pos="0" algn="l"/>
              </a:tabLst>
              <a:defRPr lang="es-ES" sz="1400" b="0" strike="noStrike" spc="-1">
                <a:solidFill>
                  <a:srgbClr val="FFFFCC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700"/>
              </a:spcBef>
              <a:buNone/>
              <a:tabLst>
                <a:tab pos="0" algn="l"/>
              </a:tabLst>
            </a:pPr>
            <a:fld id="{0127E0CC-80A3-457B-8576-52968E496DAB}" type="slidenum">
              <a:rPr lang="es-ES" sz="1400" b="0" strike="noStrike" spc="-1">
                <a:solidFill>
                  <a:srgbClr val="FFFFCC"/>
                </a:solidFill>
                <a:latin typeface="Times New Roman"/>
              </a:rPr>
              <a:t>‹Nº›</a:t>
            </a:fld>
            <a:endParaRPr lang="es-AR" sz="1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dt" idx="6"/>
          </p:nvPr>
        </p:nvSpPr>
        <p:spPr>
          <a:xfrm>
            <a:off x="685800" y="6248520"/>
            <a:ext cx="1904040" cy="456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b">
            <a:noAutofit/>
          </a:bodyPr>
          <a:lstStyle>
            <a:lvl1pPr indent="0">
              <a:buNone/>
              <a:defRPr lang="es-AR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s-AR" sz="1400" b="0" strike="noStrike" spc="-1">
                <a:solidFill>
                  <a:srgbClr val="FFFFFF"/>
                </a:solidFill>
                <a:latin typeface="Times New Roman"/>
              </a:rPr>
              <a:t>&lt;fecha/hora&gt;</a:t>
            </a:r>
          </a:p>
        </p:txBody>
      </p:sp>
      <p:sp>
        <p:nvSpPr>
          <p:cNvPr id="71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s-AR" sz="4400" b="0" strike="noStrike" spc="-1">
                <a:solidFill>
                  <a:srgbClr val="FFFFFF"/>
                </a:solidFill>
                <a:latin typeface="Arial"/>
              </a:rPr>
              <a:t>Pulse para editar el formato del texto de título</a:t>
            </a:r>
          </a:p>
        </p:txBody>
      </p:sp>
      <p:sp>
        <p:nvSpPr>
          <p:cNvPr id="72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AR" sz="3200" b="0" strike="noStrike" spc="-1">
                <a:solidFill>
                  <a:srgbClr val="FFFFFF"/>
                </a:solidFill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AR" sz="2800" b="0" strike="noStrike" spc="-1">
                <a:solidFill>
                  <a:srgbClr val="FFFFFF"/>
                </a:solidFill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AR" sz="2400" b="0" strike="noStrike" spc="-1">
                <a:solidFill>
                  <a:srgbClr val="FFFFFF"/>
                </a:solidFill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AR" sz="2000" b="0" strike="noStrike" spc="-1">
                <a:solidFill>
                  <a:srgbClr val="FFFFFF"/>
                </a:solidFill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solidFill>
                  <a:srgbClr val="FFFFFF"/>
                </a:solidFill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solidFill>
                  <a:srgbClr val="FFFFFF"/>
                </a:solidFill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solidFill>
                  <a:srgbClr val="FFFFFF"/>
                </a:solidFill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220011"/>
            </a:gs>
            <a:gs pos="50000">
              <a:srgbClr val="660033"/>
            </a:gs>
            <a:gs pos="100000">
              <a:srgbClr val="220011"/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roup 2"/>
          <p:cNvGrpSpPr/>
          <p:nvPr/>
        </p:nvGrpSpPr>
        <p:grpSpPr>
          <a:xfrm>
            <a:off x="0" y="0"/>
            <a:ext cx="9142920" cy="6917400"/>
            <a:chOff x="0" y="0"/>
            <a:chExt cx="9142920" cy="6917400"/>
          </a:xfrm>
        </p:grpSpPr>
        <p:sp>
          <p:nvSpPr>
            <p:cNvPr id="110" name="Rectangle 3"/>
            <p:cNvSpPr/>
            <p:nvPr/>
          </p:nvSpPr>
          <p:spPr>
            <a:xfrm>
              <a:off x="8783640" y="444600"/>
              <a:ext cx="359280" cy="3151800"/>
            </a:xfrm>
            <a:prstGeom prst="rect">
              <a:avLst/>
            </a:prstGeom>
            <a:gradFill rotWithShape="0">
              <a:gsLst>
                <a:gs pos="0">
                  <a:srgbClr val="220011"/>
                </a:gs>
                <a:gs pos="50000">
                  <a:srgbClr val="9C004E"/>
                </a:gs>
                <a:gs pos="100000">
                  <a:srgbClr val="220011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2400" b="0" strike="noStrike" spc="-1">
                <a:solidFill>
                  <a:srgbClr val="FFFFCC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11" name="Freeform 4"/>
            <p:cNvSpPr/>
            <p:nvPr/>
          </p:nvSpPr>
          <p:spPr>
            <a:xfrm>
              <a:off x="0" y="0"/>
              <a:ext cx="9142920" cy="2132640"/>
            </a:xfrm>
            <a:custGeom>
              <a:avLst/>
              <a:gdLst>
                <a:gd name="textAreaLeft" fmla="*/ 0 w 9142920"/>
                <a:gd name="textAreaRight" fmla="*/ 9144000 w 9142920"/>
                <a:gd name="textAreaTop" fmla="*/ 0 h 2132640"/>
                <a:gd name="textAreaBottom" fmla="*/ 2133720 h 2132640"/>
              </a:gdLst>
              <a:ahLst/>
              <a:cxnLst/>
              <a:rect l="textAreaLeft" t="textAreaTop" r="textAreaRight" b="textAreaBottom"/>
              <a:pathLst>
                <a:path w="5760" h="1104">
                  <a:moveTo>
                    <a:pt x="0" y="0"/>
                  </a:moveTo>
                  <a:lnTo>
                    <a:pt x="5760" y="0"/>
                  </a:lnTo>
                  <a:lnTo>
                    <a:pt x="5760" y="720"/>
                  </a:lnTo>
                  <a:cubicBezTo>
                    <a:pt x="5400" y="824"/>
                    <a:pt x="4560" y="577"/>
                    <a:pt x="3600" y="624"/>
                  </a:cubicBezTo>
                  <a:cubicBezTo>
                    <a:pt x="2640" y="671"/>
                    <a:pt x="600" y="1104"/>
                    <a:pt x="0" y="1000"/>
                  </a:cubicBez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220011"/>
                </a:gs>
                <a:gs pos="50000">
                  <a:srgbClr val="660033"/>
                </a:gs>
                <a:gs pos="100000">
                  <a:srgbClr val="220011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2400" b="0" strike="noStrike" spc="-1">
                <a:solidFill>
                  <a:srgbClr val="FFFFCC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12" name="Freeform 5"/>
            <p:cNvSpPr/>
            <p:nvPr/>
          </p:nvSpPr>
          <p:spPr>
            <a:xfrm>
              <a:off x="0" y="1163520"/>
              <a:ext cx="9142920" cy="5693400"/>
            </a:xfrm>
            <a:custGeom>
              <a:avLst/>
              <a:gdLst>
                <a:gd name="textAreaLeft" fmla="*/ 0 w 9142920"/>
                <a:gd name="textAreaRight" fmla="*/ 9144000 w 9142920"/>
                <a:gd name="textAreaTop" fmla="*/ 0 h 5693400"/>
                <a:gd name="textAreaBottom" fmla="*/ 5694480 h 5693400"/>
              </a:gdLst>
              <a:ahLst/>
              <a:cxnLst/>
              <a:rect l="textAreaLeft" t="textAreaTop" r="textAreaRight" b="textAreaBottom"/>
              <a:pathLst>
                <a:path w="5760" h="3587">
                  <a:moveTo>
                    <a:pt x="0" y="582"/>
                  </a:moveTo>
                  <a:cubicBezTo>
                    <a:pt x="1027" y="680"/>
                    <a:pt x="1960" y="387"/>
                    <a:pt x="2640" y="267"/>
                  </a:cubicBezTo>
                  <a:cubicBezTo>
                    <a:pt x="2640" y="267"/>
                    <a:pt x="3268" y="180"/>
                    <a:pt x="3373" y="160"/>
                  </a:cubicBezTo>
                  <a:cubicBezTo>
                    <a:pt x="4120" y="0"/>
                    <a:pt x="5280" y="358"/>
                    <a:pt x="5760" y="358"/>
                  </a:cubicBezTo>
                  <a:lnTo>
                    <a:pt x="5760" y="3587"/>
                  </a:lnTo>
                  <a:lnTo>
                    <a:pt x="0" y="3587"/>
                  </a:lnTo>
                  <a:cubicBezTo>
                    <a:pt x="0" y="3587"/>
                    <a:pt x="0" y="582"/>
                    <a:pt x="0" y="582"/>
                  </a:cubicBezTo>
                  <a:close/>
                </a:path>
              </a:pathLst>
            </a:custGeom>
            <a:gradFill rotWithShape="0">
              <a:gsLst>
                <a:gs pos="0">
                  <a:srgbClr val="220011"/>
                </a:gs>
                <a:gs pos="50000">
                  <a:srgbClr val="660033"/>
                </a:gs>
                <a:gs pos="100000">
                  <a:srgbClr val="220011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2400" b="0" strike="noStrike" spc="-1">
                <a:solidFill>
                  <a:srgbClr val="FFFFCC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13" name="Freeform 6"/>
            <p:cNvSpPr/>
            <p:nvPr/>
          </p:nvSpPr>
          <p:spPr>
            <a:xfrm>
              <a:off x="0" y="291960"/>
              <a:ext cx="9142920" cy="852840"/>
            </a:xfrm>
            <a:custGeom>
              <a:avLst/>
              <a:gdLst>
                <a:gd name="textAreaLeft" fmla="*/ 0 w 9142920"/>
                <a:gd name="textAreaRight" fmla="*/ 9144000 w 9142920"/>
                <a:gd name="textAreaTop" fmla="*/ 0 h 852840"/>
                <a:gd name="textAreaBottom" fmla="*/ 853920 h 852840"/>
              </a:gdLst>
              <a:ahLst/>
              <a:cxnLst/>
              <a:rect l="textAreaLeft" t="textAreaTop" r="textAreaRight" b="textAreaBottom"/>
              <a:pathLst>
                <a:path w="5760" h="538">
                  <a:moveTo>
                    <a:pt x="0" y="163"/>
                  </a:moveTo>
                  <a:lnTo>
                    <a:pt x="0" y="403"/>
                  </a:lnTo>
                  <a:cubicBezTo>
                    <a:pt x="295" y="450"/>
                    <a:pt x="1011" y="481"/>
                    <a:pt x="1773" y="443"/>
                  </a:cubicBezTo>
                  <a:cubicBezTo>
                    <a:pt x="2535" y="405"/>
                    <a:pt x="3909" y="161"/>
                    <a:pt x="4573" y="176"/>
                  </a:cubicBezTo>
                  <a:cubicBezTo>
                    <a:pt x="5237" y="191"/>
                    <a:pt x="5562" y="538"/>
                    <a:pt x="5760" y="536"/>
                  </a:cubicBezTo>
                  <a:lnTo>
                    <a:pt x="5760" y="163"/>
                  </a:lnTo>
                  <a:cubicBezTo>
                    <a:pt x="5560" y="79"/>
                    <a:pt x="5189" y="0"/>
                    <a:pt x="4560" y="29"/>
                  </a:cubicBezTo>
                  <a:cubicBezTo>
                    <a:pt x="3931" y="58"/>
                    <a:pt x="2747" y="314"/>
                    <a:pt x="1987" y="336"/>
                  </a:cubicBezTo>
                  <a:cubicBezTo>
                    <a:pt x="1227" y="358"/>
                    <a:pt x="414" y="199"/>
                    <a:pt x="0" y="163"/>
                  </a:cubicBezTo>
                  <a:close/>
                </a:path>
              </a:pathLst>
            </a:custGeom>
            <a:gradFill rotWithShape="0">
              <a:gsLst>
                <a:gs pos="0">
                  <a:srgbClr val="660033"/>
                </a:gs>
                <a:gs pos="50000">
                  <a:srgbClr val="220011"/>
                </a:gs>
                <a:gs pos="100000">
                  <a:srgbClr val="660033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2400" b="0" strike="noStrike" spc="-1">
                <a:solidFill>
                  <a:srgbClr val="FFFFCC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14" name="Freeform 7"/>
            <p:cNvSpPr/>
            <p:nvPr/>
          </p:nvSpPr>
          <p:spPr>
            <a:xfrm>
              <a:off x="0" y="2405160"/>
              <a:ext cx="9142920" cy="1068840"/>
            </a:xfrm>
            <a:custGeom>
              <a:avLst/>
              <a:gdLst>
                <a:gd name="textAreaLeft" fmla="*/ 0 w 9142920"/>
                <a:gd name="textAreaRight" fmla="*/ 9144000 w 9142920"/>
                <a:gd name="textAreaTop" fmla="*/ 0 h 1068840"/>
                <a:gd name="textAreaBottom" fmla="*/ 1069920 h 1068840"/>
              </a:gdLst>
              <a:ahLst/>
              <a:cxnLst/>
              <a:rect l="textAreaLeft" t="textAreaTop" r="textAreaRight" b="textAreaBottom"/>
              <a:pathLst>
                <a:path w="5760" h="674">
                  <a:moveTo>
                    <a:pt x="0" y="246"/>
                  </a:moveTo>
                  <a:lnTo>
                    <a:pt x="0" y="406"/>
                  </a:lnTo>
                  <a:cubicBezTo>
                    <a:pt x="213" y="463"/>
                    <a:pt x="1009" y="616"/>
                    <a:pt x="1280" y="645"/>
                  </a:cubicBezTo>
                  <a:cubicBezTo>
                    <a:pt x="1551" y="674"/>
                    <a:pt x="1092" y="669"/>
                    <a:pt x="1627" y="580"/>
                  </a:cubicBezTo>
                  <a:cubicBezTo>
                    <a:pt x="2162" y="491"/>
                    <a:pt x="3804" y="109"/>
                    <a:pt x="4493" y="113"/>
                  </a:cubicBezTo>
                  <a:cubicBezTo>
                    <a:pt x="5182" y="117"/>
                    <a:pt x="5549" y="586"/>
                    <a:pt x="5760" y="606"/>
                  </a:cubicBezTo>
                  <a:lnTo>
                    <a:pt x="5760" y="233"/>
                  </a:lnTo>
                  <a:cubicBezTo>
                    <a:pt x="5471" y="158"/>
                    <a:pt x="4818" y="0"/>
                    <a:pt x="4040" y="33"/>
                  </a:cubicBezTo>
                  <a:cubicBezTo>
                    <a:pt x="3262" y="66"/>
                    <a:pt x="1766" y="398"/>
                    <a:pt x="1093" y="433"/>
                  </a:cubicBezTo>
                  <a:cubicBezTo>
                    <a:pt x="420" y="468"/>
                    <a:pt x="228" y="285"/>
                    <a:pt x="0" y="246"/>
                  </a:cubicBezTo>
                  <a:close/>
                </a:path>
              </a:pathLst>
            </a:custGeom>
            <a:gradFill rotWithShape="0">
              <a:gsLst>
                <a:gs pos="0">
                  <a:srgbClr val="660033"/>
                </a:gs>
                <a:gs pos="50000">
                  <a:srgbClr val="56002B"/>
                </a:gs>
                <a:gs pos="100000">
                  <a:srgbClr val="660033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2400" b="0" strike="noStrike" spc="-1">
                <a:solidFill>
                  <a:srgbClr val="FFFFCC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15" name="Freeform 8"/>
            <p:cNvSpPr/>
            <p:nvPr/>
          </p:nvSpPr>
          <p:spPr>
            <a:xfrm>
              <a:off x="2476440" y="1522440"/>
              <a:ext cx="6666480" cy="5334480"/>
            </a:xfrm>
            <a:custGeom>
              <a:avLst/>
              <a:gdLst>
                <a:gd name="textAreaLeft" fmla="*/ 0 w 6666480"/>
                <a:gd name="textAreaRight" fmla="*/ 6667560 w 6666480"/>
                <a:gd name="textAreaTop" fmla="*/ 0 h 5334480"/>
                <a:gd name="textAreaBottom" fmla="*/ 5335560 h 5334480"/>
              </a:gdLst>
              <a:ahLst/>
              <a:cxnLst/>
              <a:rect l="textAreaLeft" t="textAreaTop" r="textAreaRight" b="textAreaBottom"/>
              <a:pathLst>
                <a:path w="4200" h="3361">
                  <a:moveTo>
                    <a:pt x="0" y="3361"/>
                  </a:moveTo>
                  <a:cubicBezTo>
                    <a:pt x="118" y="2850"/>
                    <a:pt x="354" y="590"/>
                    <a:pt x="1054" y="295"/>
                  </a:cubicBezTo>
                  <a:cubicBezTo>
                    <a:pt x="1754" y="0"/>
                    <a:pt x="3676" y="1299"/>
                    <a:pt x="4200" y="1588"/>
                  </a:cubicBezTo>
                  <a:lnTo>
                    <a:pt x="4200" y="2028"/>
                  </a:lnTo>
                  <a:cubicBezTo>
                    <a:pt x="3700" y="1837"/>
                    <a:pt x="1842" y="220"/>
                    <a:pt x="1200" y="442"/>
                  </a:cubicBezTo>
                  <a:cubicBezTo>
                    <a:pt x="558" y="664"/>
                    <a:pt x="547" y="2875"/>
                    <a:pt x="347" y="3361"/>
                  </a:cubicBezTo>
                  <a:lnTo>
                    <a:pt x="0" y="3361"/>
                  </a:lnTo>
                  <a:close/>
                </a:path>
              </a:pathLst>
            </a:custGeom>
            <a:gradFill rotWithShape="0">
              <a:gsLst>
                <a:gs pos="0">
                  <a:srgbClr val="56002B"/>
                </a:gs>
                <a:gs pos="50000">
                  <a:srgbClr val="660033"/>
                </a:gs>
                <a:gs pos="100000">
                  <a:srgbClr val="56002B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2400" b="0" strike="noStrike" spc="-1">
                <a:solidFill>
                  <a:srgbClr val="FFFFCC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16" name="Freeform 9"/>
            <p:cNvSpPr/>
            <p:nvPr/>
          </p:nvSpPr>
          <p:spPr>
            <a:xfrm>
              <a:off x="0" y="3443400"/>
              <a:ext cx="9142920" cy="3054960"/>
            </a:xfrm>
            <a:custGeom>
              <a:avLst/>
              <a:gdLst>
                <a:gd name="textAreaLeft" fmla="*/ 0 w 9142920"/>
                <a:gd name="textAreaRight" fmla="*/ 9144000 w 9142920"/>
                <a:gd name="textAreaTop" fmla="*/ 0 h 3054960"/>
                <a:gd name="textAreaBottom" fmla="*/ 3056040 h 3054960"/>
              </a:gdLst>
              <a:ahLst/>
              <a:cxnLst/>
              <a:rect l="textAreaLeft" t="textAreaTop" r="textAreaRight" b="textAreaBottom"/>
              <a:pathLst>
                <a:path w="5760" h="1925">
                  <a:moveTo>
                    <a:pt x="0" y="804"/>
                  </a:moveTo>
                  <a:lnTo>
                    <a:pt x="0" y="991"/>
                  </a:lnTo>
                  <a:cubicBezTo>
                    <a:pt x="258" y="1160"/>
                    <a:pt x="1005" y="1925"/>
                    <a:pt x="1547" y="1818"/>
                  </a:cubicBezTo>
                  <a:cubicBezTo>
                    <a:pt x="2089" y="1711"/>
                    <a:pt x="2551" y="398"/>
                    <a:pt x="3253" y="351"/>
                  </a:cubicBezTo>
                  <a:cubicBezTo>
                    <a:pt x="3955" y="304"/>
                    <a:pt x="5342" y="1404"/>
                    <a:pt x="5760" y="1537"/>
                  </a:cubicBezTo>
                  <a:lnTo>
                    <a:pt x="5760" y="1151"/>
                  </a:lnTo>
                  <a:cubicBezTo>
                    <a:pt x="5405" y="1124"/>
                    <a:pt x="3982" y="0"/>
                    <a:pt x="3240" y="84"/>
                  </a:cubicBezTo>
                  <a:cubicBezTo>
                    <a:pt x="2542" y="171"/>
                    <a:pt x="2113" y="1551"/>
                    <a:pt x="1573" y="1671"/>
                  </a:cubicBezTo>
                  <a:cubicBezTo>
                    <a:pt x="1033" y="1791"/>
                    <a:pt x="262" y="826"/>
                    <a:pt x="0" y="804"/>
                  </a:cubicBezTo>
                  <a:close/>
                </a:path>
              </a:pathLst>
            </a:custGeom>
            <a:gradFill rotWithShape="0">
              <a:gsLst>
                <a:gs pos="0">
                  <a:srgbClr val="660033"/>
                </a:gs>
                <a:gs pos="50000">
                  <a:srgbClr val="56002B"/>
                </a:gs>
                <a:gs pos="100000">
                  <a:srgbClr val="660033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2400" b="0" strike="noStrike" spc="-1">
                <a:solidFill>
                  <a:srgbClr val="FFFFCC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17" name="Freeform 10"/>
            <p:cNvSpPr/>
            <p:nvPr/>
          </p:nvSpPr>
          <p:spPr>
            <a:xfrm>
              <a:off x="0" y="3552840"/>
              <a:ext cx="6236280" cy="3364560"/>
            </a:xfrm>
            <a:custGeom>
              <a:avLst/>
              <a:gdLst>
                <a:gd name="textAreaLeft" fmla="*/ 0 w 6236280"/>
                <a:gd name="textAreaRight" fmla="*/ 6237360 w 6236280"/>
                <a:gd name="textAreaTop" fmla="*/ 0 h 3364560"/>
                <a:gd name="textAreaBottom" fmla="*/ 3365640 h 3364560"/>
              </a:gdLst>
              <a:ahLst/>
              <a:cxnLst/>
              <a:rect l="textAreaLeft" t="textAreaTop" r="textAreaRight" b="textAreaBottom"/>
              <a:pathLst>
                <a:path w="4196" h="2120">
                  <a:moveTo>
                    <a:pt x="0" y="415"/>
                  </a:moveTo>
                  <a:lnTo>
                    <a:pt x="0" y="508"/>
                  </a:lnTo>
                  <a:cubicBezTo>
                    <a:pt x="160" y="577"/>
                    <a:pt x="1280" y="138"/>
                    <a:pt x="1933" y="229"/>
                  </a:cubicBezTo>
                  <a:cubicBezTo>
                    <a:pt x="2586" y="320"/>
                    <a:pt x="3644" y="746"/>
                    <a:pt x="3920" y="1055"/>
                  </a:cubicBezTo>
                  <a:cubicBezTo>
                    <a:pt x="4196" y="1364"/>
                    <a:pt x="3583" y="2120"/>
                    <a:pt x="3587" y="2082"/>
                  </a:cubicBezTo>
                  <a:lnTo>
                    <a:pt x="3947" y="829"/>
                  </a:lnTo>
                  <a:cubicBezTo>
                    <a:pt x="3725" y="494"/>
                    <a:pt x="2911" y="138"/>
                    <a:pt x="2253" y="69"/>
                  </a:cubicBezTo>
                  <a:cubicBezTo>
                    <a:pt x="1595" y="0"/>
                    <a:pt x="469" y="343"/>
                    <a:pt x="0" y="415"/>
                  </a:cubicBezTo>
                  <a:close/>
                </a:path>
              </a:pathLst>
            </a:custGeom>
            <a:gradFill rotWithShape="0">
              <a:gsLst>
                <a:gs pos="0">
                  <a:srgbClr val="56002B"/>
                </a:gs>
                <a:gs pos="50000">
                  <a:srgbClr val="660033"/>
                </a:gs>
                <a:gs pos="100000">
                  <a:srgbClr val="56002B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2400" b="0" strike="noStrike" spc="-1">
                <a:solidFill>
                  <a:srgbClr val="FFFFCC"/>
                </a:solidFill>
                <a:latin typeface="Times New Roman"/>
                <a:ea typeface="DejaVu Sans"/>
              </a:endParaRPr>
            </a:p>
          </p:txBody>
        </p:sp>
      </p:grpSp>
      <p:sp>
        <p:nvSpPr>
          <p:cNvPr id="118" name="PlaceHolder 1"/>
          <p:cNvSpPr>
            <a:spLocks noGrp="1"/>
          </p:cNvSpPr>
          <p:nvPr>
            <p:ph type="ftr" idx="7"/>
          </p:nvPr>
        </p:nvSpPr>
        <p:spPr>
          <a:xfrm>
            <a:off x="3124080" y="6248520"/>
            <a:ext cx="2894400" cy="456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AR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AR" sz="1400" b="0" strike="noStrike" spc="-1">
                <a:solidFill>
                  <a:srgbClr val="FFFFFF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119" name="PlaceHolder 2"/>
          <p:cNvSpPr>
            <a:spLocks noGrp="1"/>
          </p:cNvSpPr>
          <p:nvPr>
            <p:ph type="sldNum" idx="8"/>
          </p:nvPr>
        </p:nvSpPr>
        <p:spPr>
          <a:xfrm>
            <a:off x="6553080" y="6248520"/>
            <a:ext cx="1904040" cy="456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b">
            <a:noAutofit/>
          </a:bodyPr>
          <a:lstStyle>
            <a:lvl1pPr indent="0" algn="r">
              <a:lnSpc>
                <a:spcPct val="100000"/>
              </a:lnSpc>
              <a:spcBef>
                <a:spcPts val="700"/>
              </a:spcBef>
              <a:buNone/>
              <a:tabLst>
                <a:tab pos="0" algn="l"/>
              </a:tabLst>
              <a:defRPr lang="es-ES" sz="1400" b="0" strike="noStrike" spc="-1">
                <a:solidFill>
                  <a:srgbClr val="FFFFCC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700"/>
              </a:spcBef>
              <a:buNone/>
              <a:tabLst>
                <a:tab pos="0" algn="l"/>
              </a:tabLst>
            </a:pPr>
            <a:fld id="{1D4E7487-850A-4602-B26C-7103EEF92DC5}" type="slidenum">
              <a:rPr lang="es-ES" sz="1400" b="0" strike="noStrike" spc="-1">
                <a:solidFill>
                  <a:srgbClr val="FFFFCC"/>
                </a:solidFill>
                <a:latin typeface="Times New Roman"/>
              </a:rPr>
              <a:t>‹Nº›</a:t>
            </a:fld>
            <a:endParaRPr lang="es-AR" sz="1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dt" idx="9"/>
          </p:nvPr>
        </p:nvSpPr>
        <p:spPr>
          <a:xfrm>
            <a:off x="685800" y="6248520"/>
            <a:ext cx="1904040" cy="456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b">
            <a:noAutofit/>
          </a:bodyPr>
          <a:lstStyle>
            <a:lvl1pPr indent="0">
              <a:buNone/>
              <a:defRPr lang="es-AR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s-AR" sz="1400" b="0" strike="noStrike" spc="-1">
                <a:solidFill>
                  <a:srgbClr val="FFFFFF"/>
                </a:solidFill>
                <a:latin typeface="Times New Roman"/>
              </a:rPr>
              <a:t>&lt;fecha/hora&gt;</a:t>
            </a:r>
          </a:p>
        </p:txBody>
      </p:sp>
      <p:sp>
        <p:nvSpPr>
          <p:cNvPr id="121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s-AR" sz="4400" b="0" strike="noStrike" spc="-1">
                <a:solidFill>
                  <a:srgbClr val="FFFFFF"/>
                </a:solidFill>
                <a:latin typeface="Arial"/>
              </a:rPr>
              <a:t>Pulse para editar el formato del texto de título</a:t>
            </a:r>
          </a:p>
        </p:txBody>
      </p:sp>
      <p:sp>
        <p:nvSpPr>
          <p:cNvPr id="122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AR" sz="3200" b="0" strike="noStrike" spc="-1">
                <a:solidFill>
                  <a:srgbClr val="FFFFFF"/>
                </a:solidFill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AR" sz="2800" b="0" strike="noStrike" spc="-1">
                <a:solidFill>
                  <a:srgbClr val="FFFFFF"/>
                </a:solidFill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AR" sz="2400" b="0" strike="noStrike" spc="-1">
                <a:solidFill>
                  <a:srgbClr val="FFFFFF"/>
                </a:solidFill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AR" sz="2000" b="0" strike="noStrike" spc="-1">
                <a:solidFill>
                  <a:srgbClr val="FFFFFF"/>
                </a:solidFill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solidFill>
                  <a:srgbClr val="FFFFFF"/>
                </a:solidFill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solidFill>
                  <a:srgbClr val="FFFFFF"/>
                </a:solidFill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solidFill>
                  <a:srgbClr val="FFFFFF"/>
                </a:solidFill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220011"/>
            </a:gs>
            <a:gs pos="50000">
              <a:srgbClr val="660033"/>
            </a:gs>
            <a:gs pos="100000">
              <a:srgbClr val="220011"/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roup 2"/>
          <p:cNvGrpSpPr/>
          <p:nvPr/>
        </p:nvGrpSpPr>
        <p:grpSpPr>
          <a:xfrm>
            <a:off x="0" y="0"/>
            <a:ext cx="9142920" cy="6917400"/>
            <a:chOff x="0" y="0"/>
            <a:chExt cx="9142920" cy="6917400"/>
          </a:xfrm>
        </p:grpSpPr>
        <p:sp>
          <p:nvSpPr>
            <p:cNvPr id="160" name="Rectangle 3"/>
            <p:cNvSpPr/>
            <p:nvPr/>
          </p:nvSpPr>
          <p:spPr>
            <a:xfrm>
              <a:off x="8783640" y="444600"/>
              <a:ext cx="359280" cy="3151800"/>
            </a:xfrm>
            <a:prstGeom prst="rect">
              <a:avLst/>
            </a:prstGeom>
            <a:gradFill rotWithShape="0">
              <a:gsLst>
                <a:gs pos="0">
                  <a:srgbClr val="220011"/>
                </a:gs>
                <a:gs pos="50000">
                  <a:srgbClr val="9C004E"/>
                </a:gs>
                <a:gs pos="100000">
                  <a:srgbClr val="220011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2400" b="0" strike="noStrike" spc="-1">
                <a:solidFill>
                  <a:srgbClr val="FFFFCC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61" name="Freeform 4"/>
            <p:cNvSpPr/>
            <p:nvPr/>
          </p:nvSpPr>
          <p:spPr>
            <a:xfrm>
              <a:off x="0" y="0"/>
              <a:ext cx="9142920" cy="2132640"/>
            </a:xfrm>
            <a:custGeom>
              <a:avLst/>
              <a:gdLst>
                <a:gd name="textAreaLeft" fmla="*/ 0 w 9142920"/>
                <a:gd name="textAreaRight" fmla="*/ 9144000 w 9142920"/>
                <a:gd name="textAreaTop" fmla="*/ 0 h 2132640"/>
                <a:gd name="textAreaBottom" fmla="*/ 2133720 h 2132640"/>
              </a:gdLst>
              <a:ahLst/>
              <a:cxnLst/>
              <a:rect l="textAreaLeft" t="textAreaTop" r="textAreaRight" b="textAreaBottom"/>
              <a:pathLst>
                <a:path w="5760" h="1104">
                  <a:moveTo>
                    <a:pt x="0" y="0"/>
                  </a:moveTo>
                  <a:lnTo>
                    <a:pt x="5760" y="0"/>
                  </a:lnTo>
                  <a:lnTo>
                    <a:pt x="5760" y="720"/>
                  </a:lnTo>
                  <a:cubicBezTo>
                    <a:pt x="5400" y="824"/>
                    <a:pt x="4560" y="577"/>
                    <a:pt x="3600" y="624"/>
                  </a:cubicBezTo>
                  <a:cubicBezTo>
                    <a:pt x="2640" y="671"/>
                    <a:pt x="600" y="1104"/>
                    <a:pt x="0" y="1000"/>
                  </a:cubicBez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220011"/>
                </a:gs>
                <a:gs pos="50000">
                  <a:srgbClr val="660033"/>
                </a:gs>
                <a:gs pos="100000">
                  <a:srgbClr val="220011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2400" b="0" strike="noStrike" spc="-1">
                <a:solidFill>
                  <a:srgbClr val="FFFFCC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62" name="Freeform 5"/>
            <p:cNvSpPr/>
            <p:nvPr/>
          </p:nvSpPr>
          <p:spPr>
            <a:xfrm>
              <a:off x="0" y="1163520"/>
              <a:ext cx="9142920" cy="5693400"/>
            </a:xfrm>
            <a:custGeom>
              <a:avLst/>
              <a:gdLst>
                <a:gd name="textAreaLeft" fmla="*/ 0 w 9142920"/>
                <a:gd name="textAreaRight" fmla="*/ 9144000 w 9142920"/>
                <a:gd name="textAreaTop" fmla="*/ 0 h 5693400"/>
                <a:gd name="textAreaBottom" fmla="*/ 5694480 h 5693400"/>
              </a:gdLst>
              <a:ahLst/>
              <a:cxnLst/>
              <a:rect l="textAreaLeft" t="textAreaTop" r="textAreaRight" b="textAreaBottom"/>
              <a:pathLst>
                <a:path w="5760" h="3587">
                  <a:moveTo>
                    <a:pt x="0" y="582"/>
                  </a:moveTo>
                  <a:cubicBezTo>
                    <a:pt x="1027" y="680"/>
                    <a:pt x="1960" y="387"/>
                    <a:pt x="2640" y="267"/>
                  </a:cubicBezTo>
                  <a:cubicBezTo>
                    <a:pt x="2640" y="267"/>
                    <a:pt x="3268" y="180"/>
                    <a:pt x="3373" y="160"/>
                  </a:cubicBezTo>
                  <a:cubicBezTo>
                    <a:pt x="4120" y="0"/>
                    <a:pt x="5280" y="358"/>
                    <a:pt x="5760" y="358"/>
                  </a:cubicBezTo>
                  <a:lnTo>
                    <a:pt x="5760" y="3587"/>
                  </a:lnTo>
                  <a:lnTo>
                    <a:pt x="0" y="3587"/>
                  </a:lnTo>
                  <a:cubicBezTo>
                    <a:pt x="0" y="3587"/>
                    <a:pt x="0" y="582"/>
                    <a:pt x="0" y="582"/>
                  </a:cubicBezTo>
                  <a:close/>
                </a:path>
              </a:pathLst>
            </a:custGeom>
            <a:gradFill rotWithShape="0">
              <a:gsLst>
                <a:gs pos="0">
                  <a:srgbClr val="220011"/>
                </a:gs>
                <a:gs pos="50000">
                  <a:srgbClr val="660033"/>
                </a:gs>
                <a:gs pos="100000">
                  <a:srgbClr val="220011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2400" b="0" strike="noStrike" spc="-1">
                <a:solidFill>
                  <a:srgbClr val="FFFFCC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63" name="Freeform 6"/>
            <p:cNvSpPr/>
            <p:nvPr/>
          </p:nvSpPr>
          <p:spPr>
            <a:xfrm>
              <a:off x="0" y="291960"/>
              <a:ext cx="9142920" cy="852840"/>
            </a:xfrm>
            <a:custGeom>
              <a:avLst/>
              <a:gdLst>
                <a:gd name="textAreaLeft" fmla="*/ 0 w 9142920"/>
                <a:gd name="textAreaRight" fmla="*/ 9144000 w 9142920"/>
                <a:gd name="textAreaTop" fmla="*/ 0 h 852840"/>
                <a:gd name="textAreaBottom" fmla="*/ 853920 h 852840"/>
              </a:gdLst>
              <a:ahLst/>
              <a:cxnLst/>
              <a:rect l="textAreaLeft" t="textAreaTop" r="textAreaRight" b="textAreaBottom"/>
              <a:pathLst>
                <a:path w="5760" h="538">
                  <a:moveTo>
                    <a:pt x="0" y="163"/>
                  </a:moveTo>
                  <a:lnTo>
                    <a:pt x="0" y="403"/>
                  </a:lnTo>
                  <a:cubicBezTo>
                    <a:pt x="295" y="450"/>
                    <a:pt x="1011" y="481"/>
                    <a:pt x="1773" y="443"/>
                  </a:cubicBezTo>
                  <a:cubicBezTo>
                    <a:pt x="2535" y="405"/>
                    <a:pt x="3909" y="161"/>
                    <a:pt x="4573" y="176"/>
                  </a:cubicBezTo>
                  <a:cubicBezTo>
                    <a:pt x="5237" y="191"/>
                    <a:pt x="5562" y="538"/>
                    <a:pt x="5760" y="536"/>
                  </a:cubicBezTo>
                  <a:lnTo>
                    <a:pt x="5760" y="163"/>
                  </a:lnTo>
                  <a:cubicBezTo>
                    <a:pt x="5560" y="79"/>
                    <a:pt x="5189" y="0"/>
                    <a:pt x="4560" y="29"/>
                  </a:cubicBezTo>
                  <a:cubicBezTo>
                    <a:pt x="3931" y="58"/>
                    <a:pt x="2747" y="314"/>
                    <a:pt x="1987" y="336"/>
                  </a:cubicBezTo>
                  <a:cubicBezTo>
                    <a:pt x="1227" y="358"/>
                    <a:pt x="414" y="199"/>
                    <a:pt x="0" y="163"/>
                  </a:cubicBezTo>
                  <a:close/>
                </a:path>
              </a:pathLst>
            </a:custGeom>
            <a:gradFill rotWithShape="0">
              <a:gsLst>
                <a:gs pos="0">
                  <a:srgbClr val="660033"/>
                </a:gs>
                <a:gs pos="50000">
                  <a:srgbClr val="220011"/>
                </a:gs>
                <a:gs pos="100000">
                  <a:srgbClr val="660033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2400" b="0" strike="noStrike" spc="-1">
                <a:solidFill>
                  <a:srgbClr val="FFFFCC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64" name="Freeform 7"/>
            <p:cNvSpPr/>
            <p:nvPr/>
          </p:nvSpPr>
          <p:spPr>
            <a:xfrm>
              <a:off x="0" y="2405160"/>
              <a:ext cx="9142920" cy="1068840"/>
            </a:xfrm>
            <a:custGeom>
              <a:avLst/>
              <a:gdLst>
                <a:gd name="textAreaLeft" fmla="*/ 0 w 9142920"/>
                <a:gd name="textAreaRight" fmla="*/ 9144000 w 9142920"/>
                <a:gd name="textAreaTop" fmla="*/ 0 h 1068840"/>
                <a:gd name="textAreaBottom" fmla="*/ 1069920 h 1068840"/>
              </a:gdLst>
              <a:ahLst/>
              <a:cxnLst/>
              <a:rect l="textAreaLeft" t="textAreaTop" r="textAreaRight" b="textAreaBottom"/>
              <a:pathLst>
                <a:path w="5760" h="674">
                  <a:moveTo>
                    <a:pt x="0" y="246"/>
                  </a:moveTo>
                  <a:lnTo>
                    <a:pt x="0" y="406"/>
                  </a:lnTo>
                  <a:cubicBezTo>
                    <a:pt x="213" y="463"/>
                    <a:pt x="1009" y="616"/>
                    <a:pt x="1280" y="645"/>
                  </a:cubicBezTo>
                  <a:cubicBezTo>
                    <a:pt x="1551" y="674"/>
                    <a:pt x="1092" y="669"/>
                    <a:pt x="1627" y="580"/>
                  </a:cubicBezTo>
                  <a:cubicBezTo>
                    <a:pt x="2162" y="491"/>
                    <a:pt x="3804" y="109"/>
                    <a:pt x="4493" y="113"/>
                  </a:cubicBezTo>
                  <a:cubicBezTo>
                    <a:pt x="5182" y="117"/>
                    <a:pt x="5549" y="586"/>
                    <a:pt x="5760" y="606"/>
                  </a:cubicBezTo>
                  <a:lnTo>
                    <a:pt x="5760" y="233"/>
                  </a:lnTo>
                  <a:cubicBezTo>
                    <a:pt x="5471" y="158"/>
                    <a:pt x="4818" y="0"/>
                    <a:pt x="4040" y="33"/>
                  </a:cubicBezTo>
                  <a:cubicBezTo>
                    <a:pt x="3262" y="66"/>
                    <a:pt x="1766" y="398"/>
                    <a:pt x="1093" y="433"/>
                  </a:cubicBezTo>
                  <a:cubicBezTo>
                    <a:pt x="420" y="468"/>
                    <a:pt x="228" y="285"/>
                    <a:pt x="0" y="246"/>
                  </a:cubicBezTo>
                  <a:close/>
                </a:path>
              </a:pathLst>
            </a:custGeom>
            <a:gradFill rotWithShape="0">
              <a:gsLst>
                <a:gs pos="0">
                  <a:srgbClr val="660033"/>
                </a:gs>
                <a:gs pos="50000">
                  <a:srgbClr val="56002B"/>
                </a:gs>
                <a:gs pos="100000">
                  <a:srgbClr val="660033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2400" b="0" strike="noStrike" spc="-1">
                <a:solidFill>
                  <a:srgbClr val="FFFFCC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65" name="Freeform 8"/>
            <p:cNvSpPr/>
            <p:nvPr/>
          </p:nvSpPr>
          <p:spPr>
            <a:xfrm>
              <a:off x="2476440" y="1522440"/>
              <a:ext cx="6666480" cy="5334480"/>
            </a:xfrm>
            <a:custGeom>
              <a:avLst/>
              <a:gdLst>
                <a:gd name="textAreaLeft" fmla="*/ 0 w 6666480"/>
                <a:gd name="textAreaRight" fmla="*/ 6667560 w 6666480"/>
                <a:gd name="textAreaTop" fmla="*/ 0 h 5334480"/>
                <a:gd name="textAreaBottom" fmla="*/ 5335560 h 5334480"/>
              </a:gdLst>
              <a:ahLst/>
              <a:cxnLst/>
              <a:rect l="textAreaLeft" t="textAreaTop" r="textAreaRight" b="textAreaBottom"/>
              <a:pathLst>
                <a:path w="4200" h="3361">
                  <a:moveTo>
                    <a:pt x="0" y="3361"/>
                  </a:moveTo>
                  <a:cubicBezTo>
                    <a:pt x="118" y="2850"/>
                    <a:pt x="354" y="590"/>
                    <a:pt x="1054" y="295"/>
                  </a:cubicBezTo>
                  <a:cubicBezTo>
                    <a:pt x="1754" y="0"/>
                    <a:pt x="3676" y="1299"/>
                    <a:pt x="4200" y="1588"/>
                  </a:cubicBezTo>
                  <a:lnTo>
                    <a:pt x="4200" y="2028"/>
                  </a:lnTo>
                  <a:cubicBezTo>
                    <a:pt x="3700" y="1837"/>
                    <a:pt x="1842" y="220"/>
                    <a:pt x="1200" y="442"/>
                  </a:cubicBezTo>
                  <a:cubicBezTo>
                    <a:pt x="558" y="664"/>
                    <a:pt x="547" y="2875"/>
                    <a:pt x="347" y="3361"/>
                  </a:cubicBezTo>
                  <a:lnTo>
                    <a:pt x="0" y="3361"/>
                  </a:lnTo>
                  <a:close/>
                </a:path>
              </a:pathLst>
            </a:custGeom>
            <a:gradFill rotWithShape="0">
              <a:gsLst>
                <a:gs pos="0">
                  <a:srgbClr val="56002B"/>
                </a:gs>
                <a:gs pos="50000">
                  <a:srgbClr val="660033"/>
                </a:gs>
                <a:gs pos="100000">
                  <a:srgbClr val="56002B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2400" b="0" strike="noStrike" spc="-1">
                <a:solidFill>
                  <a:srgbClr val="FFFFCC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66" name="Freeform 9"/>
            <p:cNvSpPr/>
            <p:nvPr/>
          </p:nvSpPr>
          <p:spPr>
            <a:xfrm>
              <a:off x="0" y="3443400"/>
              <a:ext cx="9142920" cy="3054960"/>
            </a:xfrm>
            <a:custGeom>
              <a:avLst/>
              <a:gdLst>
                <a:gd name="textAreaLeft" fmla="*/ 0 w 9142920"/>
                <a:gd name="textAreaRight" fmla="*/ 9144000 w 9142920"/>
                <a:gd name="textAreaTop" fmla="*/ 0 h 3054960"/>
                <a:gd name="textAreaBottom" fmla="*/ 3056040 h 3054960"/>
              </a:gdLst>
              <a:ahLst/>
              <a:cxnLst/>
              <a:rect l="textAreaLeft" t="textAreaTop" r="textAreaRight" b="textAreaBottom"/>
              <a:pathLst>
                <a:path w="5760" h="1925">
                  <a:moveTo>
                    <a:pt x="0" y="804"/>
                  </a:moveTo>
                  <a:lnTo>
                    <a:pt x="0" y="991"/>
                  </a:lnTo>
                  <a:cubicBezTo>
                    <a:pt x="258" y="1160"/>
                    <a:pt x="1005" y="1925"/>
                    <a:pt x="1547" y="1818"/>
                  </a:cubicBezTo>
                  <a:cubicBezTo>
                    <a:pt x="2089" y="1711"/>
                    <a:pt x="2551" y="398"/>
                    <a:pt x="3253" y="351"/>
                  </a:cubicBezTo>
                  <a:cubicBezTo>
                    <a:pt x="3955" y="304"/>
                    <a:pt x="5342" y="1404"/>
                    <a:pt x="5760" y="1537"/>
                  </a:cubicBezTo>
                  <a:lnTo>
                    <a:pt x="5760" y="1151"/>
                  </a:lnTo>
                  <a:cubicBezTo>
                    <a:pt x="5405" y="1124"/>
                    <a:pt x="3982" y="0"/>
                    <a:pt x="3240" y="84"/>
                  </a:cubicBezTo>
                  <a:cubicBezTo>
                    <a:pt x="2542" y="171"/>
                    <a:pt x="2113" y="1551"/>
                    <a:pt x="1573" y="1671"/>
                  </a:cubicBezTo>
                  <a:cubicBezTo>
                    <a:pt x="1033" y="1791"/>
                    <a:pt x="262" y="826"/>
                    <a:pt x="0" y="804"/>
                  </a:cubicBezTo>
                  <a:close/>
                </a:path>
              </a:pathLst>
            </a:custGeom>
            <a:gradFill rotWithShape="0">
              <a:gsLst>
                <a:gs pos="0">
                  <a:srgbClr val="660033"/>
                </a:gs>
                <a:gs pos="50000">
                  <a:srgbClr val="56002B"/>
                </a:gs>
                <a:gs pos="100000">
                  <a:srgbClr val="660033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2400" b="0" strike="noStrike" spc="-1">
                <a:solidFill>
                  <a:srgbClr val="FFFFCC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67" name="Freeform 10"/>
            <p:cNvSpPr/>
            <p:nvPr/>
          </p:nvSpPr>
          <p:spPr>
            <a:xfrm>
              <a:off x="0" y="3552840"/>
              <a:ext cx="6236280" cy="3364560"/>
            </a:xfrm>
            <a:custGeom>
              <a:avLst/>
              <a:gdLst>
                <a:gd name="textAreaLeft" fmla="*/ 0 w 6236280"/>
                <a:gd name="textAreaRight" fmla="*/ 6237360 w 6236280"/>
                <a:gd name="textAreaTop" fmla="*/ 0 h 3364560"/>
                <a:gd name="textAreaBottom" fmla="*/ 3365640 h 3364560"/>
              </a:gdLst>
              <a:ahLst/>
              <a:cxnLst/>
              <a:rect l="textAreaLeft" t="textAreaTop" r="textAreaRight" b="textAreaBottom"/>
              <a:pathLst>
                <a:path w="4196" h="2120">
                  <a:moveTo>
                    <a:pt x="0" y="415"/>
                  </a:moveTo>
                  <a:lnTo>
                    <a:pt x="0" y="508"/>
                  </a:lnTo>
                  <a:cubicBezTo>
                    <a:pt x="160" y="577"/>
                    <a:pt x="1280" y="138"/>
                    <a:pt x="1933" y="229"/>
                  </a:cubicBezTo>
                  <a:cubicBezTo>
                    <a:pt x="2586" y="320"/>
                    <a:pt x="3644" y="746"/>
                    <a:pt x="3920" y="1055"/>
                  </a:cubicBezTo>
                  <a:cubicBezTo>
                    <a:pt x="4196" y="1364"/>
                    <a:pt x="3583" y="2120"/>
                    <a:pt x="3587" y="2082"/>
                  </a:cubicBezTo>
                  <a:lnTo>
                    <a:pt x="3947" y="829"/>
                  </a:lnTo>
                  <a:cubicBezTo>
                    <a:pt x="3725" y="494"/>
                    <a:pt x="2911" y="138"/>
                    <a:pt x="2253" y="69"/>
                  </a:cubicBezTo>
                  <a:cubicBezTo>
                    <a:pt x="1595" y="0"/>
                    <a:pt x="469" y="343"/>
                    <a:pt x="0" y="415"/>
                  </a:cubicBezTo>
                  <a:close/>
                </a:path>
              </a:pathLst>
            </a:custGeom>
            <a:gradFill rotWithShape="0">
              <a:gsLst>
                <a:gs pos="0">
                  <a:srgbClr val="56002B"/>
                </a:gs>
                <a:gs pos="50000">
                  <a:srgbClr val="660033"/>
                </a:gs>
                <a:gs pos="100000">
                  <a:srgbClr val="56002B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2400" b="0" strike="noStrike" spc="-1">
                <a:solidFill>
                  <a:srgbClr val="FFFFCC"/>
                </a:solidFill>
                <a:latin typeface="Times New Roman"/>
                <a:ea typeface="DejaVu Sans"/>
              </a:endParaRPr>
            </a:p>
          </p:txBody>
        </p:sp>
      </p:grpSp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s-AR" sz="1800" b="0" strike="noStrike" spc="-1">
                <a:solidFill>
                  <a:srgbClr val="FFFFFF"/>
                </a:solidFill>
                <a:latin typeface="Arial"/>
              </a:rPr>
              <a:t>Pulse para editar el formato del texto de título</a:t>
            </a:r>
          </a:p>
        </p:txBody>
      </p:sp>
      <p:sp>
        <p:nvSpPr>
          <p:cNvPr id="169" name="PlaceHolder 2"/>
          <p:cNvSpPr>
            <a:spLocks noGrp="1"/>
          </p:cNvSpPr>
          <p:nvPr>
            <p:ph type="ftr" idx="10"/>
          </p:nvPr>
        </p:nvSpPr>
        <p:spPr>
          <a:xfrm>
            <a:off x="3124080" y="6248520"/>
            <a:ext cx="2894400" cy="456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AR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AR" sz="1400" b="0" strike="noStrike" spc="-1">
                <a:solidFill>
                  <a:srgbClr val="FFFFFF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170" name="PlaceHolder 3"/>
          <p:cNvSpPr>
            <a:spLocks noGrp="1"/>
          </p:cNvSpPr>
          <p:nvPr>
            <p:ph type="sldNum" idx="11"/>
          </p:nvPr>
        </p:nvSpPr>
        <p:spPr>
          <a:xfrm>
            <a:off x="6553080" y="6248520"/>
            <a:ext cx="1904040" cy="456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b">
            <a:noAutofit/>
          </a:bodyPr>
          <a:lstStyle>
            <a:lvl1pPr indent="0" algn="r">
              <a:lnSpc>
                <a:spcPct val="100000"/>
              </a:lnSpc>
              <a:spcBef>
                <a:spcPts val="700"/>
              </a:spcBef>
              <a:buNone/>
              <a:tabLst>
                <a:tab pos="0" algn="l"/>
              </a:tabLst>
              <a:defRPr lang="es-ES" sz="1400" b="0" strike="noStrike" spc="-1">
                <a:solidFill>
                  <a:srgbClr val="FFFFCC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700"/>
              </a:spcBef>
              <a:buNone/>
              <a:tabLst>
                <a:tab pos="0" algn="l"/>
              </a:tabLst>
            </a:pPr>
            <a:fld id="{C6888841-8389-462C-83CF-86E581559ED3}" type="slidenum">
              <a:rPr lang="es-ES" sz="1400" b="0" strike="noStrike" spc="-1">
                <a:solidFill>
                  <a:srgbClr val="FFFFCC"/>
                </a:solidFill>
                <a:latin typeface="Times New Roman"/>
              </a:rPr>
              <a:t>‹Nº›</a:t>
            </a:fld>
            <a:endParaRPr lang="es-AR" sz="14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dt" idx="12"/>
          </p:nvPr>
        </p:nvSpPr>
        <p:spPr>
          <a:xfrm>
            <a:off x="685800" y="6248520"/>
            <a:ext cx="1904040" cy="456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b">
            <a:noAutofit/>
          </a:bodyPr>
          <a:lstStyle>
            <a:lvl1pPr indent="0">
              <a:buNone/>
              <a:defRPr lang="es-AR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s-AR" sz="1400" b="0" strike="noStrike" spc="-1">
                <a:solidFill>
                  <a:srgbClr val="FFFFFF"/>
                </a:solidFill>
                <a:latin typeface="Times New Roman"/>
              </a:rPr>
              <a:t>&lt;fecha/hora&gt;</a:t>
            </a:r>
          </a:p>
        </p:txBody>
      </p:sp>
      <p:sp>
        <p:nvSpPr>
          <p:cNvPr id="172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AR" sz="3200" b="0" strike="noStrike" spc="-1">
                <a:solidFill>
                  <a:srgbClr val="FFFFFF"/>
                </a:solidFill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AR" sz="2800" b="0" strike="noStrike" spc="-1">
                <a:solidFill>
                  <a:srgbClr val="FFFFFF"/>
                </a:solidFill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AR" sz="2400" b="0" strike="noStrike" spc="-1">
                <a:solidFill>
                  <a:srgbClr val="FFFFFF"/>
                </a:solidFill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AR" sz="2000" b="0" strike="noStrike" spc="-1">
                <a:solidFill>
                  <a:srgbClr val="FFFFFF"/>
                </a:solidFill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solidFill>
                  <a:srgbClr val="FFFFFF"/>
                </a:solidFill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solidFill>
                  <a:srgbClr val="FFFFFF"/>
                </a:solidFill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solidFill>
                  <a:srgbClr val="FFFFFF"/>
                </a:solidFill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3.xml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hyperlink" Target="http://www.hsbc.com.ar/hsbc_group_asp/" TargetMode="Externa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://www.revlon.com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4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762120" y="2209680"/>
            <a:ext cx="7771320" cy="1141920"/>
          </a:xfrm>
          <a:prstGeom prst="rect">
            <a:avLst/>
          </a:prstGeom>
          <a:solidFill>
            <a:schemeClr val="hlink"/>
          </a:solidFill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4400" b="0" strike="noStrike" spc="-1">
                <a:solidFill>
                  <a:srgbClr val="FFCC00"/>
                </a:solidFill>
                <a:latin typeface="Times New Roman"/>
              </a:rPr>
              <a:t>LEY 22.962 DE MARCAS Y DESIGNACIONES</a:t>
            </a: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 type="subTitle"/>
          </p:nvPr>
        </p:nvSpPr>
        <p:spPr>
          <a:xfrm>
            <a:off x="1371600" y="4167000"/>
            <a:ext cx="6399720" cy="1751400"/>
          </a:xfrm>
          <a:prstGeom prst="rect">
            <a:avLst/>
          </a:prstGeom>
          <a:solidFill>
            <a:schemeClr val="hlink"/>
          </a:solidFill>
          <a:ln w="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s-MX" sz="3200" b="0" strike="noStrike" spc="-1">
                <a:solidFill>
                  <a:srgbClr val="FFFFCC"/>
                </a:solidFill>
                <a:latin typeface="Times New Roman"/>
              </a:rPr>
              <a:t>DECRETO REGLAMENTARIO</a:t>
            </a: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s-MX" sz="3200" b="0" strike="noStrike" spc="-1">
                <a:solidFill>
                  <a:srgbClr val="FFFFCC"/>
                </a:solidFill>
                <a:latin typeface="Times New Roman"/>
              </a:rPr>
              <a:t> 242/2019</a:t>
            </a: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par>
                                      <p:cTn id="9"/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Effect">
                      <p:stCondLst>
                        <p:cond delay="indefinite"/>
                      </p:stCondLst>
                      <p:childTnLst>
                        <p:par>
                          <p:cTn id="1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Effect">
                      <p:stCondLst>
                        <p:cond delay="indefinite"/>
                      </p:stCondLst>
                      <p:childTnLst>
                        <p:par>
                          <p:cTn id="15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1320" cy="1141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4400" b="0" strike="noStrike" spc="-1">
                <a:solidFill>
                  <a:srgbClr val="FFCC00"/>
                </a:solidFill>
                <a:latin typeface="Times New Roman"/>
              </a:rPr>
              <a:t>Consagración Constitucional</a:t>
            </a: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/>
          </p:nvPr>
        </p:nvSpPr>
        <p:spPr>
          <a:xfrm>
            <a:off x="849240" y="1892880"/>
            <a:ext cx="7444440" cy="3592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212529"/>
              </a:buClr>
              <a:buFont typeface="Symbol"/>
              <a:buChar char=""/>
            </a:pPr>
            <a:r>
              <a:rPr lang="es-MX" sz="3200" b="1" strike="noStrike" spc="-1">
                <a:solidFill>
                  <a:srgbClr val="212529"/>
                </a:solidFill>
                <a:latin typeface="Book Antiqua"/>
              </a:rPr>
              <a:t>Art. 17:</a:t>
            </a:r>
            <a:r>
              <a:rPr lang="es-MX" sz="3200" b="0" strike="noStrike" spc="-1">
                <a:solidFill>
                  <a:srgbClr val="212529"/>
                </a:solidFill>
                <a:latin typeface="Book Antiqua"/>
              </a:rPr>
              <a:t>Todo autor o inventor es propietario exclusivo de su obra, invento o descubrimiento, por el término que le acuerde la ley.</a:t>
            </a: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685800" y="2286000"/>
            <a:ext cx="7771320" cy="114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4400" b="0" strike="noStrike" spc="-1">
                <a:solidFill>
                  <a:srgbClr val="FFCC00"/>
                </a:solidFill>
                <a:latin typeface="Times New Roman"/>
              </a:rPr>
              <a:t>LA AUTORIDAD DE APLICACIÓN DE ESTA LEY ES EL I.N.P.I.</a:t>
            </a: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399720" cy="175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s-MX" sz="3200" b="0" strike="noStrike" spc="-1">
                <a:solidFill>
                  <a:srgbClr val="FFFFCC"/>
                </a:solidFill>
                <a:latin typeface="Times New Roman"/>
              </a:rPr>
              <a:t>( INSTITUTO NACIONAL DE LA PROPIEDAD INDUSTRIAL )</a:t>
            </a: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1320" cy="1141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4400" b="0" strike="noStrike" spc="-1">
                <a:solidFill>
                  <a:srgbClr val="FFCC00"/>
                </a:solidFill>
                <a:latin typeface="Times New Roman"/>
              </a:rPr>
              <a:t>¿QUÉ ES UNA MARCA?</a:t>
            </a: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1320" cy="4113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879"/>
              </a:spcBef>
              <a:buClr>
                <a:srgbClr val="FFFFCC"/>
              </a:buClr>
              <a:buFont typeface="Symbol"/>
              <a:buChar char=""/>
            </a:pPr>
            <a:r>
              <a:rPr lang="es-MX" sz="4400" b="0" strike="noStrike" spc="-1">
                <a:solidFill>
                  <a:srgbClr val="FFFFCC"/>
                </a:solidFill>
                <a:latin typeface="Times New Roman"/>
              </a:rPr>
              <a:t>ES TODO SIGNO NOVEDOSO Y CARACTERISTICO QUE DISTINGUE A UN PRODUCTO O SERVICIO DE OTRO</a:t>
            </a: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1320" cy="1141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4400" b="0" strike="noStrike" spc="-1">
                <a:solidFill>
                  <a:srgbClr val="FFCC00"/>
                </a:solidFill>
                <a:latin typeface="Times New Roman"/>
              </a:rPr>
              <a:t>¿PARA QUÉ SIRVE?</a:t>
            </a: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1320" cy="4113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720"/>
              </a:spcBef>
              <a:buClr>
                <a:srgbClr val="FFFFCC"/>
              </a:buClr>
              <a:buFont typeface="Symbol"/>
              <a:buChar char=""/>
            </a:pPr>
            <a:r>
              <a:rPr lang="es-MX" sz="3600" b="1" u="sng" strike="noStrike" spc="-1">
                <a:solidFill>
                  <a:srgbClr val="FFFFCC"/>
                </a:solidFill>
                <a:uFillTx/>
                <a:latin typeface="Times New Roman"/>
              </a:rPr>
              <a:t>Distinguirse frente a la competencia.</a:t>
            </a:r>
            <a:endParaRPr lang="es-AR" sz="36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720"/>
              </a:spcBef>
              <a:buClr>
                <a:srgbClr val="FFFFCC"/>
              </a:buClr>
              <a:buFont typeface="Symbol"/>
              <a:buChar char=""/>
            </a:pPr>
            <a:r>
              <a:rPr lang="es-MX" sz="3600" b="0" strike="noStrike" spc="-1">
                <a:solidFill>
                  <a:srgbClr val="FFFFCC"/>
                </a:solidFill>
                <a:latin typeface="Times New Roman"/>
              </a:rPr>
              <a:t>Indicar la procedencia empresarial.</a:t>
            </a:r>
            <a:endParaRPr lang="es-AR" sz="36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720"/>
              </a:spcBef>
              <a:buClr>
                <a:srgbClr val="FFFFCC"/>
              </a:buClr>
              <a:buFont typeface="Symbol"/>
              <a:buChar char=""/>
            </a:pPr>
            <a:r>
              <a:rPr lang="es-MX" sz="3600" b="0" strike="noStrike" spc="-1">
                <a:solidFill>
                  <a:srgbClr val="FFFFCC"/>
                </a:solidFill>
                <a:latin typeface="Times New Roman"/>
              </a:rPr>
              <a:t>Señalar calidad y características constantes.</a:t>
            </a:r>
            <a:endParaRPr lang="es-AR" sz="36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720"/>
              </a:spcBef>
              <a:buClr>
                <a:srgbClr val="FFFFCC"/>
              </a:buClr>
              <a:buFont typeface="Symbol"/>
              <a:buChar char=""/>
            </a:pPr>
            <a:r>
              <a:rPr lang="es-MX" sz="3600" b="0" strike="noStrike" spc="-1">
                <a:solidFill>
                  <a:srgbClr val="FFFFCC"/>
                </a:solidFill>
                <a:latin typeface="Times New Roman"/>
              </a:rPr>
              <a:t>Realizar  función publicitaria.</a:t>
            </a:r>
            <a:endParaRPr lang="es-AR" sz="36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Effect">
                      <p:stCondLst>
                        <p:cond delay="indefinite"/>
                      </p:stCondLst>
                      <p:childTnLst>
                        <p:par>
                          <p:cTn id="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Effect">
                      <p:stCondLst>
                        <p:cond delay="indefinite"/>
                      </p:stCondLst>
                      <p:childTnLst>
                        <p:par>
                          <p:cTn id="1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Effect">
                      <p:stCondLst>
                        <p:cond delay="indefinite"/>
                      </p:stCondLst>
                      <p:childTnLst>
                        <p:par>
                          <p:cTn id="1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-972720" y="762120"/>
            <a:ext cx="9429840" cy="684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4400" b="0" strike="noStrike" spc="-1">
                <a:solidFill>
                  <a:srgbClr val="FFCC00"/>
                </a:solidFill>
                <a:latin typeface="Times New Roman"/>
              </a:rPr>
              <a:t>Naturaleza Constitutiva</a:t>
            </a: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1320" cy="4113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8F8EF"/>
              </a:buClr>
              <a:buFont typeface="Symbol"/>
              <a:buChar char=""/>
            </a:pPr>
            <a:r>
              <a:rPr lang="es-MX" sz="3200" b="1" strike="noStrike" spc="-1">
                <a:solidFill>
                  <a:schemeClr val="accent4">
                    <a:lumMod val="20000"/>
                    <a:lumOff val="80000"/>
                  </a:schemeClr>
                </a:solidFill>
                <a:latin typeface="Gill Sans"/>
              </a:rPr>
              <a:t>ARTICULO 4º</a:t>
            </a:r>
            <a:r>
              <a:rPr lang="es-MX" sz="3200" b="0" strike="noStrike" spc="-1">
                <a:solidFill>
                  <a:schemeClr val="accent4">
                    <a:lumMod val="20000"/>
                    <a:lumOff val="80000"/>
                  </a:schemeClr>
                </a:solidFill>
                <a:latin typeface="Gill Sans"/>
              </a:rPr>
              <a:t> — La propiedad de una marca y la exclusividad de uso se obtienen con su registro. Para ser titular de una marca o para ejercer el derecho de oposición a su registro o a su uso se requiere un interés legítimo del solicitante o del oponente.</a:t>
            </a: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ext Box 2"/>
          <p:cNvSpPr/>
          <p:nvPr/>
        </p:nvSpPr>
        <p:spPr>
          <a:xfrm>
            <a:off x="380880" y="533520"/>
            <a:ext cx="74664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Bef>
                <a:spcPts val="901"/>
              </a:spcBef>
            </a:pPr>
            <a:r>
              <a:rPr lang="es-ES_tradnl" sz="1800" b="0" u="sng" strike="noStrike" spc="-1">
                <a:solidFill>
                  <a:srgbClr val="FFFFCC"/>
                </a:solidFill>
                <a:uFillTx/>
                <a:latin typeface="Arial"/>
                <a:ea typeface="DejaVu Sans"/>
              </a:rPr>
              <a:t>Se puede registrar como Marca:</a:t>
            </a:r>
            <a:endParaRPr lang="es-A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 Box 3"/>
          <p:cNvSpPr/>
          <p:nvPr/>
        </p:nvSpPr>
        <p:spPr>
          <a:xfrm>
            <a:off x="533520" y="990720"/>
            <a:ext cx="4190040" cy="429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>
              <a:lnSpc>
                <a:spcPct val="100000"/>
              </a:lnSpc>
              <a:spcBef>
                <a:spcPts val="901"/>
              </a:spcBef>
              <a:buClr>
                <a:srgbClr val="FFFFCC"/>
              </a:buClr>
              <a:buFont typeface="Symbol"/>
              <a:buChar char=""/>
            </a:pPr>
            <a:r>
              <a:rPr lang="es-AR" sz="1600" b="0" strike="noStrike" spc="-1">
                <a:solidFill>
                  <a:srgbClr val="FFFFCC"/>
                </a:solidFill>
                <a:latin typeface="Arial"/>
                <a:ea typeface="DejaVu Sans"/>
              </a:rPr>
              <a:t> </a:t>
            </a:r>
            <a:r>
              <a:rPr lang="es-AR" sz="1800" b="0" strike="noStrike" spc="-1">
                <a:solidFill>
                  <a:srgbClr val="FFFFCC"/>
                </a:solidFill>
                <a:latin typeface="Arial"/>
                <a:ea typeface="DejaVu Sans"/>
              </a:rPr>
              <a:t>Los dibujos </a:t>
            </a:r>
            <a:endParaRPr lang="es-AR" sz="1800" b="0" strike="noStrike" spc="-1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901"/>
              </a:spcBef>
              <a:buClr>
                <a:srgbClr val="FFFFCC"/>
              </a:buClr>
              <a:buFont typeface="Symbol"/>
              <a:buChar char=""/>
            </a:pPr>
            <a:r>
              <a:rPr lang="es-AR" sz="1800" b="0" strike="noStrike" spc="-1">
                <a:solidFill>
                  <a:srgbClr val="FFFFCC"/>
                </a:solidFill>
                <a:latin typeface="Arial"/>
                <a:ea typeface="DejaVu Sans"/>
              </a:rPr>
              <a:t> Los Emblemas</a:t>
            </a:r>
            <a:endParaRPr lang="es-AR" sz="1800" b="0" strike="noStrike" spc="-1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901"/>
              </a:spcBef>
              <a:buClr>
                <a:srgbClr val="FFFFCC"/>
              </a:buClr>
              <a:buFont typeface="Symbol"/>
              <a:buChar char=""/>
            </a:pPr>
            <a:r>
              <a:rPr lang="es-AR" sz="1800" b="0" strike="noStrike" spc="-1">
                <a:solidFill>
                  <a:srgbClr val="FFFFCC"/>
                </a:solidFill>
                <a:latin typeface="Arial"/>
                <a:ea typeface="DejaVu Sans"/>
              </a:rPr>
              <a:t> Los Grabados</a:t>
            </a:r>
            <a:endParaRPr lang="es-AR" sz="1800" b="0" strike="noStrike" spc="-1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901"/>
              </a:spcBef>
              <a:buClr>
                <a:srgbClr val="FFFFCC"/>
              </a:buClr>
              <a:buFont typeface="Symbol"/>
              <a:buChar char=""/>
            </a:pPr>
            <a:r>
              <a:rPr lang="es-AR" sz="1800" b="0" strike="noStrike" spc="-1">
                <a:solidFill>
                  <a:srgbClr val="FFFFCC"/>
                </a:solidFill>
                <a:latin typeface="Arial"/>
                <a:ea typeface="DejaVu Sans"/>
              </a:rPr>
              <a:t> Envases</a:t>
            </a:r>
            <a:endParaRPr lang="es-AR" sz="1800" b="0" strike="noStrike" spc="-1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901"/>
              </a:spcBef>
              <a:buClr>
                <a:srgbClr val="FFFFCC"/>
              </a:buClr>
              <a:buFont typeface="Symbol"/>
              <a:buChar char=""/>
            </a:pPr>
            <a:r>
              <a:rPr lang="es-AR" sz="1800" b="0" strike="noStrike" spc="-1">
                <a:solidFill>
                  <a:srgbClr val="FFFFCC"/>
                </a:solidFill>
                <a:latin typeface="Arial"/>
                <a:ea typeface="DejaVu Sans"/>
              </a:rPr>
              <a:t> Estampados, imágenes</a:t>
            </a:r>
            <a:endParaRPr lang="es-AR" sz="1800" b="0" strike="noStrike" spc="-1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901"/>
              </a:spcBef>
              <a:buClr>
                <a:srgbClr val="FFFFCC"/>
              </a:buClr>
              <a:buFont typeface="Symbol"/>
              <a:buChar char=""/>
            </a:pPr>
            <a:r>
              <a:rPr lang="es-AR" sz="1800" b="0" strike="noStrike" spc="-1">
                <a:solidFill>
                  <a:srgbClr val="FFFFCC"/>
                </a:solidFill>
                <a:latin typeface="Arial"/>
                <a:ea typeface="DejaVu Sans"/>
              </a:rPr>
              <a:t> Combinaciones de letras y números				</a:t>
            </a:r>
            <a:endParaRPr lang="es-AR" sz="1800" b="0" strike="noStrike" spc="-1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CC"/>
              </a:buClr>
              <a:buFont typeface="Symbol"/>
              <a:buChar char=""/>
            </a:pPr>
            <a:r>
              <a:rPr lang="es-AR" sz="1800" b="0" strike="noStrike" spc="-1">
                <a:solidFill>
                  <a:srgbClr val="FFFFCC"/>
                </a:solidFill>
                <a:latin typeface="Arial"/>
                <a:ea typeface="DejaVu Sans"/>
              </a:rPr>
              <a:t> Frases publicitarias</a:t>
            </a:r>
            <a:endParaRPr lang="es-AR" sz="1800" b="0" strike="noStrike" spc="-1">
              <a:solidFill>
                <a:srgbClr val="FFFFFF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901"/>
              </a:spcBef>
              <a:buClr>
                <a:srgbClr val="FFFFCC"/>
              </a:buClr>
              <a:buFont typeface="Symbol"/>
              <a:buChar char=""/>
            </a:pPr>
            <a:r>
              <a:rPr lang="es-AR" sz="1800" b="0" strike="noStrike" spc="-1">
                <a:solidFill>
                  <a:srgbClr val="FFFFCC"/>
                </a:solidFill>
                <a:latin typeface="Arial"/>
                <a:ea typeface="DejaVu Sans"/>
              </a:rPr>
              <a:t> Todo otro signo con “capacidad distintiva”</a:t>
            </a:r>
            <a:r>
              <a:rPr lang="es-AR" sz="1800" b="0" strike="noStrike" spc="-1">
                <a:solidFill>
                  <a:srgbClr val="666666"/>
                </a:solidFill>
                <a:latin typeface="Arial"/>
                <a:ea typeface="DejaVu Sans"/>
              </a:rPr>
              <a:t> </a:t>
            </a:r>
            <a:r>
              <a:rPr lang="es-MX" sz="1800" b="0" strike="noStrike" spc="-1">
                <a:solidFill>
                  <a:srgbClr val="666666"/>
                </a:solidFill>
                <a:latin typeface="Arial"/>
                <a:ea typeface="DejaVu Sans"/>
              </a:rPr>
              <a:t>( ej. “ ta tan de Netflix)</a:t>
            </a:r>
            <a:endParaRPr lang="es-AR" sz="1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901"/>
              </a:spcBef>
            </a:pPr>
            <a:r>
              <a:rPr lang="es-AR" sz="1800" b="0" strike="noStrike" spc="-1">
                <a:solidFill>
                  <a:srgbClr val="666666"/>
                </a:solidFill>
                <a:latin typeface="Arial"/>
                <a:ea typeface="DejaVu Sans"/>
              </a:rPr>
              <a:t> </a:t>
            </a:r>
            <a:endParaRPr lang="es-AR" sz="1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901"/>
              </a:spcBef>
            </a:pPr>
            <a:endParaRPr lang="es-AR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9" name="Picture 4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5562720" y="1295280"/>
            <a:ext cx="2227680" cy="684720"/>
          </a:xfrm>
          <a:prstGeom prst="rect">
            <a:avLst/>
          </a:prstGeom>
          <a:ln w="0">
            <a:noFill/>
          </a:ln>
        </p:spPr>
      </p:pic>
      <p:pic>
        <p:nvPicPr>
          <p:cNvPr id="230" name="Picture 5" descr="Revlon S.A.">
            <a:hlinkClick r:id="rId4"/>
          </p:cNvPr>
          <p:cNvPicPr/>
          <p:nvPr/>
        </p:nvPicPr>
        <p:blipFill>
          <a:blip r:embed="rId5"/>
          <a:stretch/>
        </p:blipFill>
        <p:spPr>
          <a:xfrm>
            <a:off x="5029200" y="2590920"/>
            <a:ext cx="3656520" cy="727560"/>
          </a:xfrm>
          <a:prstGeom prst="rect">
            <a:avLst/>
          </a:prstGeom>
          <a:ln w="0">
            <a:noFill/>
          </a:ln>
        </p:spPr>
      </p:pic>
      <p:sp>
        <p:nvSpPr>
          <p:cNvPr id="231" name="Text Box 6"/>
          <p:cNvSpPr/>
          <p:nvPr/>
        </p:nvSpPr>
        <p:spPr>
          <a:xfrm>
            <a:off x="5334120" y="3886200"/>
            <a:ext cx="35042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Bef>
                <a:spcPts val="901"/>
              </a:spcBef>
            </a:pPr>
            <a:r>
              <a:rPr lang="es-ES_tradnl" sz="1800" b="0" strike="noStrike" spc="-1">
                <a:solidFill>
                  <a:srgbClr val="FFFFCC"/>
                </a:solidFill>
                <a:latin typeface="Arial"/>
                <a:ea typeface="DejaVu Sans"/>
              </a:rPr>
              <a:t>“El sabor del encuentro”</a:t>
            </a:r>
            <a:endParaRPr lang="es-AR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2" name="Picture 7" descr="Home"/>
          <p:cNvPicPr/>
          <p:nvPr/>
        </p:nvPicPr>
        <p:blipFill>
          <a:blip r:embed="rId6"/>
          <a:stretch/>
        </p:blipFill>
        <p:spPr>
          <a:xfrm>
            <a:off x="914400" y="4800600"/>
            <a:ext cx="2296080" cy="1781640"/>
          </a:xfrm>
          <a:prstGeom prst="rect">
            <a:avLst/>
          </a:prstGeom>
          <a:ln w="0">
            <a:noFill/>
          </a:ln>
        </p:spPr>
      </p:pic>
      <p:pic>
        <p:nvPicPr>
          <p:cNvPr id="233" name="Picture 8" descr="Disfrutá"/>
          <p:cNvPicPr/>
          <p:nvPr/>
        </p:nvPicPr>
        <p:blipFill>
          <a:blip r:embed="rId7"/>
          <a:stretch/>
        </p:blipFill>
        <p:spPr>
          <a:xfrm>
            <a:off x="4114800" y="4908600"/>
            <a:ext cx="3047040" cy="10656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1320" cy="1141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4400" b="0" strike="noStrike" spc="-1">
                <a:solidFill>
                  <a:srgbClr val="FFCC00"/>
                </a:solidFill>
                <a:latin typeface="Times New Roman"/>
              </a:rPr>
              <a:t>Tipos de Marcas</a:t>
            </a: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/>
          </p:nvPr>
        </p:nvSpPr>
        <p:spPr>
          <a:xfrm>
            <a:off x="1343520" y="2133720"/>
            <a:ext cx="6933240" cy="4113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s-MX" sz="2400" b="0" u="sng" strike="noStrike" spc="-1">
                <a:solidFill>
                  <a:srgbClr val="FFFFCC"/>
                </a:solidFill>
                <a:uFillTx/>
                <a:latin typeface="Times New Roman"/>
              </a:rPr>
              <a:t>Nominativas</a:t>
            </a:r>
            <a:r>
              <a:rPr lang="es-MX" sz="2400" b="0" strike="noStrike" spc="-1">
                <a:solidFill>
                  <a:srgbClr val="FFFFCC"/>
                </a:solidFill>
                <a:latin typeface="Times New Roman"/>
              </a:rPr>
              <a:t>: si se pueden leer o escribir </a:t>
            </a:r>
            <a:endParaRPr lang="es-AR" sz="2400" b="0" strike="noStrike" spc="-1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s-MX" sz="2400" b="0" strike="noStrike" spc="-1">
                <a:solidFill>
                  <a:srgbClr val="FFFFCC"/>
                </a:solidFill>
                <a:latin typeface="Times New Roman"/>
              </a:rPr>
              <a:t>(Con sentido conceptual o no).</a:t>
            </a:r>
            <a:endParaRPr lang="es-AR" sz="2400" b="0" strike="noStrike" spc="-1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s-MX" sz="2400" b="0" u="sng" strike="noStrike" spc="-1">
                <a:solidFill>
                  <a:srgbClr val="FFFFCC"/>
                </a:solidFill>
                <a:uFillTx/>
                <a:latin typeface="Times New Roman"/>
              </a:rPr>
              <a:t>Figurativas</a:t>
            </a:r>
            <a:r>
              <a:rPr lang="es-MX" sz="2400" b="0" strike="noStrike" spc="-1">
                <a:solidFill>
                  <a:srgbClr val="FFFFCC"/>
                </a:solidFill>
                <a:latin typeface="Times New Roman"/>
              </a:rPr>
              <a:t>: no nominativas. Ej.: Dibujos, emblemas, combinación de colores.</a:t>
            </a:r>
            <a:endParaRPr lang="es-AR" sz="2400" b="0" strike="noStrike" spc="-1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s-MX" sz="2400" b="0" u="sng" strike="noStrike" spc="-1">
                <a:solidFill>
                  <a:srgbClr val="FFFFCC"/>
                </a:solidFill>
                <a:uFillTx/>
                <a:latin typeface="Times New Roman"/>
              </a:rPr>
              <a:t>Mixtas</a:t>
            </a:r>
            <a:endParaRPr lang="es-AR" sz="2400" b="0" strike="noStrike" spc="-1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s-MX" sz="2400" b="0" u="sng" strike="noStrike" spc="-1">
                <a:solidFill>
                  <a:srgbClr val="FFFFCC"/>
                </a:solidFill>
                <a:uFillTx/>
                <a:latin typeface="Times New Roman"/>
              </a:rPr>
              <a:t>Notorias</a:t>
            </a:r>
            <a:r>
              <a:rPr lang="es-MX" sz="2400" b="0" strike="noStrike" spc="-1">
                <a:solidFill>
                  <a:srgbClr val="FFFFCC"/>
                </a:solidFill>
                <a:latin typeface="Times New Roman"/>
              </a:rPr>
              <a:t>: Conocida por todo o la casi totalidad del público. Ejemplo: Coca-Cola</a:t>
            </a:r>
            <a:endParaRPr lang="es-AR" sz="2400" b="0" strike="noStrike" spc="-1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6" name="Imagen 235"/>
          <p:cNvPicPr/>
          <p:nvPr/>
        </p:nvPicPr>
        <p:blipFill>
          <a:blip r:embed="rId2"/>
          <a:stretch/>
        </p:blipFill>
        <p:spPr>
          <a:xfrm rot="600">
            <a:off x="528480" y="5228640"/>
            <a:ext cx="1783440" cy="1380240"/>
          </a:xfrm>
          <a:prstGeom prst="rect">
            <a:avLst/>
          </a:prstGeom>
          <a:ln w="0">
            <a:noFill/>
          </a:ln>
        </p:spPr>
      </p:pic>
      <p:pic>
        <p:nvPicPr>
          <p:cNvPr id="237" name="Imagen 236"/>
          <p:cNvPicPr/>
          <p:nvPr/>
        </p:nvPicPr>
        <p:blipFill>
          <a:blip r:embed="rId3"/>
          <a:stretch/>
        </p:blipFill>
        <p:spPr>
          <a:xfrm rot="21549000">
            <a:off x="4468320" y="5195520"/>
            <a:ext cx="2126520" cy="1350360"/>
          </a:xfrm>
          <a:prstGeom prst="rect">
            <a:avLst/>
          </a:prstGeom>
          <a:ln w="0">
            <a:noFill/>
          </a:ln>
        </p:spPr>
      </p:pic>
      <p:pic>
        <p:nvPicPr>
          <p:cNvPr id="238" name="Imagen 237"/>
          <p:cNvPicPr/>
          <p:nvPr/>
        </p:nvPicPr>
        <p:blipFill>
          <a:blip r:embed="rId4"/>
          <a:stretch/>
        </p:blipFill>
        <p:spPr>
          <a:xfrm>
            <a:off x="2476440" y="5184360"/>
            <a:ext cx="1827360" cy="1342800"/>
          </a:xfrm>
          <a:prstGeom prst="rect">
            <a:avLst/>
          </a:prstGeom>
          <a:ln w="0">
            <a:noFill/>
          </a:ln>
        </p:spPr>
      </p:pic>
      <p:pic>
        <p:nvPicPr>
          <p:cNvPr id="239" name="Imagen 238"/>
          <p:cNvPicPr/>
          <p:nvPr/>
        </p:nvPicPr>
        <p:blipFill>
          <a:blip r:embed="rId5"/>
          <a:stretch/>
        </p:blipFill>
        <p:spPr>
          <a:xfrm>
            <a:off x="6807600" y="5184360"/>
            <a:ext cx="2142360" cy="13467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Rectangle 2"/>
          <p:cNvSpPr/>
          <p:nvPr/>
        </p:nvSpPr>
        <p:spPr>
          <a:xfrm>
            <a:off x="0" y="0"/>
            <a:ext cx="9142920" cy="641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AR" sz="1600" b="1" u="sng" strike="noStrike" spc="-1">
                <a:solidFill>
                  <a:srgbClr val="FFFFCC"/>
                </a:solidFill>
                <a:uFillTx/>
                <a:latin typeface="Arial"/>
                <a:ea typeface="DejaVu Sans"/>
              </a:rPr>
              <a:t>No Pueden ser registradas (art.3º):</a:t>
            </a:r>
            <a:endParaRPr lang="es-AR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1600" b="0" strike="noStrike" spc="-1">
                <a:solidFill>
                  <a:srgbClr val="FFFFCC"/>
                </a:solidFill>
                <a:latin typeface="Arial"/>
                <a:ea typeface="DejaVu Sans"/>
              </a:rPr>
              <a:t> </a:t>
            </a:r>
            <a:endParaRPr lang="es-AR" sz="1600" b="0" strike="noStrike" spc="-1">
              <a:solidFill>
                <a:srgbClr val="FFFFFF"/>
              </a:solidFill>
              <a:latin typeface="Arial"/>
            </a:endParaRPr>
          </a:p>
          <a:p>
            <a:pPr marL="457200" lvl="1" indent="-216000">
              <a:lnSpc>
                <a:spcPct val="150000"/>
              </a:lnSpc>
              <a:buClr>
                <a:srgbClr val="FFFFCC"/>
              </a:buClr>
              <a:buFont typeface="Symbol"/>
              <a:buChar char=""/>
            </a:pPr>
            <a:r>
              <a:rPr lang="es-AR" sz="1600" b="0" strike="noStrike" spc="-1">
                <a:solidFill>
                  <a:srgbClr val="FFFFCC"/>
                </a:solidFill>
                <a:latin typeface="Arial"/>
                <a:ea typeface="DejaVu Sans"/>
              </a:rPr>
              <a:t>Una marca similar o idéntica a una ya registrada o solicitada con anterioridad para distinguir los mismos productos o </a:t>
            </a:r>
            <a:r>
              <a:rPr lang="es-MX" sz="1600" b="0" strike="noStrike" spc="-1">
                <a:solidFill>
                  <a:srgbClr val="FFFFCC"/>
                </a:solidFill>
                <a:latin typeface="Arial"/>
                <a:ea typeface="DejaVu Sans"/>
              </a:rPr>
              <a:t>servicios( Marcas notorias?)</a:t>
            </a:r>
            <a:endParaRPr lang="es-AR" sz="1600" b="0" strike="noStrike" spc="-1">
              <a:solidFill>
                <a:srgbClr val="FFFFFF"/>
              </a:solidFill>
              <a:latin typeface="Arial"/>
            </a:endParaRPr>
          </a:p>
          <a:p>
            <a:pPr marL="457200" lvl="1" indent="-216000">
              <a:lnSpc>
                <a:spcPct val="150000"/>
              </a:lnSpc>
              <a:buClr>
                <a:srgbClr val="FFFFCC"/>
              </a:buClr>
              <a:buFont typeface="Symbol"/>
              <a:buChar char=""/>
            </a:pPr>
            <a:r>
              <a:rPr lang="es-AR" sz="1600" b="0" strike="noStrike" spc="-1">
                <a:solidFill>
                  <a:srgbClr val="FFFFCC"/>
                </a:solidFill>
                <a:latin typeface="Arial"/>
                <a:ea typeface="DejaVu Sans"/>
              </a:rPr>
              <a:t>Palabras, dibujos y demás signos contrarios a la moral y las buenas costumbres</a:t>
            </a:r>
            <a:endParaRPr lang="es-AR" sz="1600" b="0" strike="noStrike" spc="-1">
              <a:solidFill>
                <a:srgbClr val="FFFFFF"/>
              </a:solidFill>
              <a:latin typeface="Arial"/>
            </a:endParaRPr>
          </a:p>
          <a:p>
            <a:pPr marL="457200" lvl="1" indent="-216000">
              <a:lnSpc>
                <a:spcPct val="150000"/>
              </a:lnSpc>
              <a:buClr>
                <a:srgbClr val="FFFFCC"/>
              </a:buClr>
              <a:buFont typeface="Symbol"/>
              <a:buChar char=""/>
            </a:pPr>
            <a:r>
              <a:rPr lang="es-AR" sz="1600" b="0" strike="noStrike" spc="-1">
                <a:solidFill>
                  <a:srgbClr val="FFFFCC"/>
                </a:solidFill>
                <a:latin typeface="Arial"/>
                <a:ea typeface="DejaVu Sans"/>
              </a:rPr>
              <a:t>Palabras, nombres y símbolos que usen o deban usar la Nación, las provincias los municipios y organizaciones religiosas</a:t>
            </a:r>
            <a:endParaRPr lang="es-AR" sz="1600" b="0" strike="noStrike" spc="-1">
              <a:solidFill>
                <a:srgbClr val="FFFFFF"/>
              </a:solidFill>
              <a:latin typeface="Arial"/>
            </a:endParaRPr>
          </a:p>
          <a:p>
            <a:pPr marL="457200" lvl="1" indent="-216000">
              <a:lnSpc>
                <a:spcPct val="150000"/>
              </a:lnSpc>
              <a:buClr>
                <a:srgbClr val="FFFFCC"/>
              </a:buClr>
              <a:buFont typeface="Symbol"/>
              <a:buChar char=""/>
            </a:pPr>
            <a:r>
              <a:rPr lang="es-AR" sz="1600" b="0" strike="noStrike" spc="-1">
                <a:solidFill>
                  <a:srgbClr val="FFFFCC"/>
                </a:solidFill>
                <a:latin typeface="Arial"/>
                <a:ea typeface="DejaVu Sans"/>
              </a:rPr>
              <a:t>El nombre, seudónimo o retrato de una persona sin su consentimiento o el de sus herederos hasta 4to grado inclusive</a:t>
            </a:r>
            <a:endParaRPr lang="es-AR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1600" b="0" strike="noStrike" spc="-1">
                <a:solidFill>
                  <a:srgbClr val="FFFFCC"/>
                </a:solidFill>
                <a:latin typeface="Arial"/>
                <a:ea typeface="DejaVu Sans"/>
              </a:rPr>
              <a:t> </a:t>
            </a:r>
            <a:endParaRPr lang="es-AR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1600" b="1" u="sng" strike="noStrike" spc="-1">
                <a:solidFill>
                  <a:srgbClr val="FFFFCC"/>
                </a:solidFill>
                <a:uFillTx/>
                <a:latin typeface="Arial"/>
                <a:ea typeface="DejaVu Sans"/>
              </a:rPr>
              <a:t>No  se consideran marcas y no pueden ser registradas (art.2º):</a:t>
            </a:r>
            <a:endParaRPr lang="es-AR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1600" b="0" strike="noStrike" spc="-1">
                <a:solidFill>
                  <a:srgbClr val="FFFFCC"/>
                </a:solidFill>
                <a:latin typeface="Arial"/>
                <a:ea typeface="DejaVu Sans"/>
              </a:rPr>
              <a:t> </a:t>
            </a:r>
            <a:endParaRPr lang="es-AR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s-AR" sz="1600" b="0" strike="noStrike" spc="-1">
                <a:solidFill>
                  <a:srgbClr val="FFFFCC"/>
                </a:solidFill>
                <a:latin typeface="Arial"/>
                <a:ea typeface="DejaVu Sans"/>
              </a:rPr>
              <a:t>*Los nombres, palabras y signos que constituyan la designación necesaria o habitual del producto o servicio a distinguir</a:t>
            </a:r>
            <a:endParaRPr lang="es-AR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s-AR" sz="1600" b="0" strike="noStrike" spc="-1">
                <a:solidFill>
                  <a:srgbClr val="FFFFCC"/>
                </a:solidFill>
                <a:latin typeface="Arial"/>
                <a:ea typeface="DejaVu Sans"/>
              </a:rPr>
              <a:t>*Los nombres, palabras , signos y Frases que hayan pasado al uso general antes de su solicitud de registro</a:t>
            </a:r>
            <a:endParaRPr lang="es-AR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s-AR" sz="1600" b="0" strike="noStrike" spc="-1">
                <a:solidFill>
                  <a:srgbClr val="FFFFCC"/>
                </a:solidFill>
                <a:latin typeface="Arial"/>
                <a:ea typeface="DejaVu Sans"/>
              </a:rPr>
              <a:t> </a:t>
            </a:r>
            <a:endParaRPr lang="es-AR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1600" b="0" strike="noStrike" spc="-1">
                <a:solidFill>
                  <a:srgbClr val="FFFFCC"/>
                </a:solidFill>
                <a:latin typeface="Arial"/>
                <a:ea typeface="DejaVu Sans"/>
              </a:rPr>
              <a:t> </a:t>
            </a:r>
            <a:endParaRPr lang="es-AR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1600" b="0" strike="noStrike" spc="-1">
                <a:solidFill>
                  <a:srgbClr val="FFFFCC"/>
                </a:solidFill>
                <a:latin typeface="Arial"/>
                <a:ea typeface="DejaVu Sans"/>
              </a:rPr>
              <a:t> </a:t>
            </a:r>
            <a:endParaRPr lang="es-AR" sz="16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s-AR" sz="16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s-AR" sz="4400" b="0" strike="noStrike" spc="-1">
                <a:solidFill>
                  <a:srgbClr val="FFFFFF"/>
                </a:solidFill>
                <a:latin typeface="Arial"/>
              </a:rPr>
              <a:t>Designaciones</a:t>
            </a:r>
          </a:p>
        </p:txBody>
      </p:sp>
      <p:sp>
        <p:nvSpPr>
          <p:cNvPr id="24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64880" cy="472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0000"/>
          </a:bodyPr>
          <a:lstStyle/>
          <a:p>
            <a:pPr marL="345600" indent="-2592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AR" sz="3200" b="0" strike="noStrike" spc="-1">
                <a:solidFill>
                  <a:srgbClr val="FFFFFF"/>
                </a:solidFill>
                <a:latin typeface="Arial"/>
              </a:rPr>
              <a:t>ARTICULO 27. — El nombre o signo con que se designa una actividad, con o sin fines de lucro, constituye una propiedad para los efectos de esta ley.</a:t>
            </a:r>
          </a:p>
          <a:p>
            <a:pPr marL="345600" indent="0">
              <a:spcBef>
                <a:spcPts val="1417"/>
              </a:spcBef>
              <a:buNone/>
            </a:pPr>
            <a:r>
              <a:rPr lang="es-AR" sz="3200" b="0" strike="noStrike" spc="-1">
                <a:solidFill>
                  <a:srgbClr val="FFFFFF"/>
                </a:solidFill>
                <a:latin typeface="Arial"/>
              </a:rPr>
              <a:t> </a:t>
            </a:r>
          </a:p>
          <a:p>
            <a:pPr marL="345600" indent="-2592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AR" sz="3200" b="0" strike="noStrike" spc="-1">
                <a:solidFill>
                  <a:srgbClr val="FFFFFF"/>
                </a:solidFill>
                <a:latin typeface="Arial"/>
              </a:rPr>
              <a:t>ARTICULO 28. — La propiedad de la designación se adquiere con su uso y sólo con relación al ramo en el que se utiliza y debe ser inconfundible con las preexistentes en ese mismo ramo.</a:t>
            </a:r>
          </a:p>
          <a:p>
            <a:pPr marL="345600" indent="0">
              <a:spcBef>
                <a:spcPts val="1417"/>
              </a:spcBef>
              <a:buNone/>
            </a:pPr>
            <a:r>
              <a:rPr lang="es-AR" sz="3200" b="0" strike="noStrike" spc="-1">
                <a:solidFill>
                  <a:srgbClr val="FFFFFF"/>
                </a:solidFill>
                <a:latin typeface="Arial"/>
              </a:rPr>
              <a:t> </a:t>
            </a:r>
          </a:p>
          <a:p>
            <a:pPr marL="345600" indent="-2592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AR" sz="3200" b="0" strike="noStrike" spc="-1">
                <a:solidFill>
                  <a:srgbClr val="FFFFFF"/>
                </a:solidFill>
                <a:latin typeface="Arial"/>
              </a:rPr>
              <a:t>ARTICULO 29. — Toda persona con interés legítimo puede oponerse al uso de una designación.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s-AR" sz="4400" b="0" strike="noStrike" spc="-1">
                <a:solidFill>
                  <a:srgbClr val="FFFFFF"/>
                </a:solidFill>
                <a:latin typeface="Arial"/>
              </a:rPr>
              <a:t>Modelos y diseños industriales</a:t>
            </a:r>
          </a:p>
        </p:txBody>
      </p:sp>
      <p:sp>
        <p:nvSpPr>
          <p:cNvPr id="24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5000"/>
          </a:bodyPr>
          <a:lstStyle/>
          <a:p>
            <a:pPr marL="410400" indent="-3078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AR" sz="2400" b="0" strike="noStrike" spc="-1">
                <a:solidFill>
                  <a:srgbClr val="FFFFFF"/>
                </a:solidFill>
                <a:latin typeface="Arial"/>
              </a:rPr>
              <a:t>Decreto Ley 6673/63</a:t>
            </a:r>
          </a:p>
          <a:p>
            <a:pPr marL="410400" indent="-3078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AR" sz="2400" b="0" strike="noStrike" spc="-1">
                <a:solidFill>
                  <a:srgbClr val="FFFFFF"/>
                </a:solidFill>
                <a:latin typeface="Arial"/>
              </a:rPr>
              <a:t>Formas o aspecto de producto industrial que le da carácter ornamental.</a:t>
            </a:r>
          </a:p>
          <a:p>
            <a:pPr marL="410400" indent="-3078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AR" sz="2400" b="0" strike="noStrike" spc="-1">
                <a:solidFill>
                  <a:srgbClr val="FFFFFF"/>
                </a:solidFill>
                <a:latin typeface="Arial"/>
              </a:rPr>
              <a:t>Modelo: objeto espacial</a:t>
            </a:r>
          </a:p>
          <a:p>
            <a:pPr marL="410400" indent="-3078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AR" sz="2400" b="0" strike="noStrike" spc="-1">
                <a:solidFill>
                  <a:srgbClr val="FFFFFF"/>
                </a:solidFill>
                <a:latin typeface="Arial"/>
              </a:rPr>
              <a:t>Diseño: situado en plano, combinación de lineas y/o colores.</a:t>
            </a:r>
          </a:p>
          <a:p>
            <a:pPr marL="410400" indent="-3078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AR" sz="2400" b="0" strike="noStrike" spc="-1">
                <a:solidFill>
                  <a:srgbClr val="FFFFFF"/>
                </a:solidFill>
                <a:latin typeface="Arial"/>
              </a:rPr>
              <a:t>Registración: Dirección de Modelos y Diseños Industriales a cargo de INPI</a:t>
            </a:r>
          </a:p>
          <a:p>
            <a:pPr marL="410400" indent="-3078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AR" sz="2400" b="0" strike="noStrike" spc="-1">
                <a:solidFill>
                  <a:srgbClr val="FFFFFF"/>
                </a:solidFill>
                <a:latin typeface="Arial"/>
              </a:rPr>
              <a:t>Plazo protección : 5 años, posib. De registro como marca</a:t>
            </a:r>
          </a:p>
          <a:p>
            <a:pPr marL="410400" indent="-3078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AR" sz="2400" b="0" strike="noStrike" spc="-1">
                <a:solidFill>
                  <a:srgbClr val="FFFFFF"/>
                </a:solidFill>
                <a:latin typeface="Arial"/>
              </a:rPr>
              <a:t>Ámbito: nacional</a:t>
            </a:r>
          </a:p>
          <a:p>
            <a:pPr marL="410400" indent="0">
              <a:spcBef>
                <a:spcPts val="1417"/>
              </a:spcBef>
              <a:buNone/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CuadroTexto 4"/>
          <p:cNvSpPr/>
          <p:nvPr/>
        </p:nvSpPr>
        <p:spPr>
          <a:xfrm flipV="1">
            <a:off x="2265840" y="724320"/>
            <a:ext cx="499212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MX" sz="2400" b="1" strike="noStrike" spc="-1">
                <a:solidFill>
                  <a:srgbClr val="2A2A2A"/>
                </a:solidFill>
                <a:latin typeface="Segoe UI Bold"/>
                <a:ea typeface="DejaVu Sans"/>
              </a:rPr>
              <a:t>2922273</a:t>
            </a:r>
            <a:endParaRPr lang="es-AR" sz="2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1320" cy="1141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4400" b="0" strike="noStrike" spc="-1">
                <a:solidFill>
                  <a:srgbClr val="FFCC00"/>
                </a:solidFill>
                <a:latin typeface="Times New Roman"/>
              </a:rPr>
              <a:t>Procedimiento para registro</a:t>
            </a: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/>
          </p:nvPr>
        </p:nvSpPr>
        <p:spPr>
          <a:xfrm>
            <a:off x="685800" y="2209680"/>
            <a:ext cx="8794080" cy="2906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s-MX" sz="2400" b="0" strike="noStrike" spc="-1">
                <a:solidFill>
                  <a:srgbClr val="FFFFCC"/>
                </a:solidFill>
                <a:latin typeface="Times New Roman"/>
              </a:rPr>
              <a:t>Principio general: “ primero en el tiempo, primero en el derecho”.  Excep.: Conv. Paris(6 </a:t>
            </a:r>
            <a:endParaRPr lang="es-AR" sz="2400" b="0" strike="noStrike" spc="-1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s-MX" sz="2400" b="0" strike="noStrike" spc="-1">
                <a:solidFill>
                  <a:srgbClr val="FFFFCC"/>
                </a:solidFill>
                <a:latin typeface="Times New Roman"/>
              </a:rPr>
              <a:t>meses)</a:t>
            </a:r>
            <a:endParaRPr lang="es-AR" sz="2400" b="0" strike="noStrike" spc="-1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s-MX" sz="2400" b="0" strike="noStrike" spc="-1">
                <a:solidFill>
                  <a:srgbClr val="FFFFCC"/>
                </a:solidFill>
                <a:latin typeface="Times New Roman"/>
              </a:rPr>
              <a:t>1)Publicación por un día en Registro de Marcas.</a:t>
            </a:r>
            <a:endParaRPr lang="es-AR" sz="2400" b="0" strike="noStrike" spc="-1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s-MX" sz="2400" b="0" strike="noStrike" spc="-1">
                <a:solidFill>
                  <a:srgbClr val="FFFFCC"/>
                </a:solidFill>
                <a:latin typeface="Times New Roman"/>
              </a:rPr>
              <a:t>2) Plazo 30 días corridos para presentación de oposiciones.</a:t>
            </a:r>
            <a:endParaRPr lang="es-AR" sz="2400" b="0" strike="noStrike" spc="-1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s-MX" sz="2400" b="0" strike="noStrike" spc="-1">
                <a:solidFill>
                  <a:srgbClr val="FFFFCC"/>
                </a:solidFill>
                <a:latin typeface="Times New Roman"/>
              </a:rPr>
              <a:t>Si oposición:</a:t>
            </a:r>
            <a:endParaRPr lang="es-AR" sz="2400" b="0" strike="noStrike" spc="-1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s-MX" sz="2400" b="0" strike="noStrike" spc="-1">
                <a:solidFill>
                  <a:srgbClr val="FFFFCC"/>
                </a:solidFill>
                <a:latin typeface="Times New Roman"/>
              </a:rPr>
              <a:t> negociación</a:t>
            </a:r>
            <a:endParaRPr lang="es-AR" sz="2400" b="0" strike="noStrike" spc="-1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s-MX" sz="3200" b="0" strike="noStrike" spc="-1">
                <a:solidFill>
                  <a:srgbClr val="FFFFCC"/>
                </a:solidFill>
                <a:latin typeface="Times New Roman"/>
              </a:rPr>
              <a:t>Fracaso: 1 año para presentación judicial</a:t>
            </a: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1320" cy="1141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4400" b="0" strike="noStrike" spc="-1">
                <a:solidFill>
                  <a:srgbClr val="FFCC00"/>
                </a:solidFill>
                <a:latin typeface="Times New Roman"/>
              </a:rPr>
              <a:t>ARTICULO 1° DEL DECRETO</a:t>
            </a: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1320" cy="4113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FFFCC"/>
              </a:buClr>
              <a:buFont typeface="Symbol"/>
              <a:buChar char=""/>
            </a:pPr>
            <a:r>
              <a:rPr lang="es-MX" sz="3200" b="0" strike="noStrike" spc="-1">
                <a:solidFill>
                  <a:srgbClr val="FFFFCC"/>
                </a:solidFill>
                <a:latin typeface="Times New Roman"/>
              </a:rPr>
              <a:t>ESTABLECE UNA CLASIFICACION DE PRODUCTOS Y SERVICIOS PARA EL REGISTRO DE MARCAS.</a:t>
            </a: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FFFFCC"/>
              </a:buClr>
              <a:buFont typeface="Symbol"/>
              <a:buChar char=""/>
            </a:pPr>
            <a:r>
              <a:rPr lang="es-MX" sz="3200" b="0" strike="noStrike" spc="-1">
                <a:solidFill>
                  <a:srgbClr val="FFFFCC"/>
                </a:solidFill>
                <a:latin typeface="Times New Roman"/>
              </a:rPr>
              <a:t>EXISTEN CLASES DIFERENTES:</a:t>
            </a: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561"/>
              </a:spcBef>
              <a:buClr>
                <a:srgbClr val="FFFFCC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s-MX" sz="2800" b="0" strike="noStrike" spc="-1">
                <a:solidFill>
                  <a:srgbClr val="FFFFCC"/>
                </a:solidFill>
                <a:latin typeface="Times New Roman"/>
              </a:rPr>
              <a:t>     PARA PRODUCTOS</a:t>
            </a:r>
            <a:endParaRPr lang="es-AR" sz="2800" b="0" strike="noStrike" spc="-1">
              <a:solidFill>
                <a:srgbClr val="FFFFFF"/>
              </a:solidFill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561"/>
              </a:spcBef>
              <a:buClr>
                <a:srgbClr val="FFFFCC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s-MX" sz="2800" b="0" strike="noStrike" spc="-1">
                <a:solidFill>
                  <a:srgbClr val="FFFFCC"/>
                </a:solidFill>
                <a:latin typeface="Times New Roman"/>
              </a:rPr>
              <a:t>     PARA SERVICIOS</a:t>
            </a:r>
            <a:endParaRPr lang="es-AR" sz="28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1320" cy="1141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4400" b="0" strike="noStrike" spc="-1">
                <a:solidFill>
                  <a:srgbClr val="FFCC00"/>
                </a:solidFill>
                <a:latin typeface="Times New Roman"/>
              </a:rPr>
              <a:t>ARTICULO 5</a:t>
            </a: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/>
          </p:nvPr>
        </p:nvSpPr>
        <p:spPr>
          <a:xfrm>
            <a:off x="685800" y="1981080"/>
            <a:ext cx="7771320" cy="4113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CC"/>
              </a:buClr>
              <a:buFont typeface="Symbol"/>
              <a:buChar char=""/>
            </a:pPr>
            <a:r>
              <a:rPr lang="es-MX" sz="4000" b="0" strike="noStrike" spc="-1">
                <a:solidFill>
                  <a:srgbClr val="FFFFCC"/>
                </a:solidFill>
                <a:latin typeface="Times New Roman"/>
              </a:rPr>
              <a:t>EL TÉRMINO DE DURACIÓN DE LA MARCA REGISTRADA SERA DE 10 AÑOS.</a:t>
            </a:r>
            <a:endParaRPr lang="es-AR" sz="4000" b="0" strike="noStrike" spc="-1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CC"/>
              </a:buClr>
              <a:buFont typeface="Symbol"/>
              <a:buChar char=""/>
            </a:pPr>
            <a:r>
              <a:rPr lang="es-MX" sz="4000" b="0" strike="noStrike" spc="-1">
                <a:solidFill>
                  <a:srgbClr val="FFFFCC"/>
                </a:solidFill>
                <a:latin typeface="Times New Roman"/>
              </a:rPr>
              <a:t>PUEDE SER RENOVADA SI FUE UTILIZADA EN LOS ÚLTIMOS 5 AÑOS.</a:t>
            </a:r>
            <a:endParaRPr lang="es-AR" sz="40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7771320" cy="1141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4400" b="0" strike="noStrike" spc="-1">
                <a:solidFill>
                  <a:srgbClr val="FFCC00"/>
                </a:solidFill>
                <a:latin typeface="Times New Roman"/>
              </a:rPr>
              <a:t>Protección de la Marca</a:t>
            </a: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/>
          </p:nvPr>
        </p:nvSpPr>
        <p:spPr>
          <a:xfrm>
            <a:off x="685800" y="1752480"/>
            <a:ext cx="7771320" cy="4113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s-MX" sz="3200" b="0" strike="noStrike" spc="-1">
                <a:solidFill>
                  <a:srgbClr val="FFFFCC"/>
                </a:solidFill>
                <a:latin typeface="Times New Roman"/>
              </a:rPr>
              <a:t>Civil: </a:t>
            </a: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s-MX" sz="3200" b="0" strike="noStrike" spc="-1">
                <a:solidFill>
                  <a:srgbClr val="FFFFCC"/>
                </a:solidFill>
                <a:latin typeface="Times New Roman"/>
              </a:rPr>
              <a:t>Acción de uso indebido / daños y perjuicios.</a:t>
            </a: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s-MX" sz="3200" b="0" strike="noStrike" spc="-1">
                <a:solidFill>
                  <a:srgbClr val="FFFFCC"/>
                </a:solidFill>
                <a:latin typeface="Times New Roman"/>
              </a:rPr>
              <a:t>Penal:</a:t>
            </a: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s-MX" sz="2000" b="0" strike="noStrike" spc="-1">
                <a:solidFill>
                  <a:srgbClr val="FFFFCC"/>
                </a:solidFill>
                <a:latin typeface="Times New Roman"/>
              </a:rPr>
              <a:t>ARTICULO 31. — Será reprimido con prisión de tres (3) meses a dos (2) años pudiendo aplicarse además una multa de pesos cuatro mil ($ 4.000) a pesos cien mil ($ 100.000) a:</a:t>
            </a:r>
            <a:endParaRPr lang="es-AR" sz="2000" b="0" strike="noStrike" spc="-1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s-AR" sz="2000" b="0" strike="noStrike" spc="-1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s-MX" sz="2000" b="0" strike="noStrike" spc="-1">
                <a:solidFill>
                  <a:srgbClr val="FFFFCC"/>
                </a:solidFill>
                <a:latin typeface="Times New Roman"/>
              </a:rPr>
              <a:t>a) El que falsifique o imite fraudulentamente una marca registrada o una designación;</a:t>
            </a:r>
            <a:endParaRPr lang="es-AR" sz="2000" b="0" strike="noStrike" spc="-1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s-AR" sz="2000" b="0" strike="noStrike" spc="-1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s-MX" sz="2000" b="0" strike="noStrike" spc="-1">
                <a:solidFill>
                  <a:srgbClr val="FFFFCC"/>
                </a:solidFill>
                <a:latin typeface="Times New Roman"/>
              </a:rPr>
              <a:t>b) El que use una marca registrada o una designación falsificada, fraudulentamente imitada o perteneciente a un tercero sin su autorización;</a:t>
            </a:r>
            <a:endParaRPr lang="es-AR" sz="2000" b="0" strike="noStrike" spc="-1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s-AR" sz="2000" b="0" strike="noStrike" spc="-1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4400" b="0" strike="noStrike" spc="-1">
                <a:solidFill>
                  <a:srgbClr val="FFCC00"/>
                </a:solidFill>
                <a:latin typeface="Times New Roman"/>
              </a:rPr>
              <a:t>Protección de la Marca</a:t>
            </a:r>
            <a:endParaRPr lang="es-AR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es-AR" sz="2000" b="0" strike="noStrike" spc="-1">
              <a:solidFill>
                <a:srgbClr val="FFFFFF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es-AR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Rectángulo 255"/>
          <p:cNvSpPr/>
          <p:nvPr/>
        </p:nvSpPr>
        <p:spPr>
          <a:xfrm>
            <a:off x="43920" y="1791000"/>
            <a:ext cx="9246600" cy="264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s-AR" sz="1800" b="0" strike="noStrike" spc="-1">
                <a:solidFill>
                  <a:srgbClr val="FFFFFF"/>
                </a:solidFill>
                <a:latin typeface="Arial"/>
              </a:rPr>
              <a:t>c) El que ponga en venta o venda una marca registrada o una designación falsificada, fraudulentamente imitada o perteneciente a un tercero sin su autorización;</a:t>
            </a:r>
          </a:p>
          <a:p>
            <a:pPr>
              <a:lnSpc>
                <a:spcPct val="100000"/>
              </a:lnSpc>
            </a:pPr>
            <a:endParaRPr lang="es-AR" sz="1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1800" b="0" strike="noStrike" spc="-1">
                <a:solidFill>
                  <a:srgbClr val="FFFFFF"/>
                </a:solidFill>
                <a:latin typeface="Arial"/>
              </a:rPr>
              <a:t>d) El que ponga en venta, venda o de otra manera comercialice productos o servicios con marca registrada falsificada o fraudulentamente imitada.</a:t>
            </a:r>
          </a:p>
          <a:p>
            <a:pPr>
              <a:lnSpc>
                <a:spcPct val="100000"/>
              </a:lnSpc>
            </a:pPr>
            <a:endParaRPr lang="es-AR" sz="1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1800" b="0" strike="noStrike" spc="-1">
                <a:solidFill>
                  <a:srgbClr val="FFFFFF"/>
                </a:solidFill>
                <a:latin typeface="Arial"/>
              </a:rPr>
              <a:t>El Poder Ejecutivo nacional podrá actualizar el monto de la multa prevista, cuando las circunstancias así lo aconsejen.</a:t>
            </a:r>
          </a:p>
          <a:p>
            <a:pPr>
              <a:lnSpc>
                <a:spcPct val="100000"/>
              </a:lnSpc>
            </a:pPr>
            <a:endParaRPr lang="es-AR" sz="18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1800" b="0" strike="noStrike" spc="-1">
                <a:solidFill>
                  <a:srgbClr val="FFFFFF"/>
                </a:solidFill>
                <a:latin typeface="Arial"/>
              </a:rPr>
              <a:t>(Artículo sustituido por art. 67 de la Ley N° 26.784 B.O. 05/11/2012)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ntas">
  <a:themeElements>
    <a:clrScheme name="Cintas 1">
      <a:dk1>
        <a:srgbClr val="220011"/>
      </a:dk1>
      <a:lt1>
        <a:srgbClr val="FFFFCC"/>
      </a:lt1>
      <a:dk2>
        <a:srgbClr val="660033"/>
      </a:dk2>
      <a:lt2>
        <a:srgbClr val="FFCC00"/>
      </a:lt2>
      <a:accent1>
        <a:srgbClr val="CC0099"/>
      </a:accent1>
      <a:accent2>
        <a:srgbClr val="56002B"/>
      </a:accent2>
      <a:accent3>
        <a:srgbClr val="B8AAAD"/>
      </a:accent3>
      <a:accent4>
        <a:srgbClr val="DADAAE"/>
      </a:accent4>
      <a:accent5>
        <a:srgbClr val="E2AACA"/>
      </a:accent5>
      <a:accent6>
        <a:srgbClr val="4D0026"/>
      </a:accent6>
      <a:hlink>
        <a:srgbClr val="9C004E"/>
      </a:hlink>
      <a:folHlink>
        <a:srgbClr val="FF66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intas">
  <a:themeElements>
    <a:clrScheme name="Cintas 1">
      <a:dk1>
        <a:srgbClr val="220011"/>
      </a:dk1>
      <a:lt1>
        <a:srgbClr val="FFFFCC"/>
      </a:lt1>
      <a:dk2>
        <a:srgbClr val="660033"/>
      </a:dk2>
      <a:lt2>
        <a:srgbClr val="FFCC00"/>
      </a:lt2>
      <a:accent1>
        <a:srgbClr val="CC0099"/>
      </a:accent1>
      <a:accent2>
        <a:srgbClr val="56002B"/>
      </a:accent2>
      <a:accent3>
        <a:srgbClr val="B8AAAD"/>
      </a:accent3>
      <a:accent4>
        <a:srgbClr val="DADAAE"/>
      </a:accent4>
      <a:accent5>
        <a:srgbClr val="E2AACA"/>
      </a:accent5>
      <a:accent6>
        <a:srgbClr val="4D0026"/>
      </a:accent6>
      <a:hlink>
        <a:srgbClr val="9C004E"/>
      </a:hlink>
      <a:folHlink>
        <a:srgbClr val="FF66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intas">
  <a:themeElements>
    <a:clrScheme name="Cintas 1">
      <a:dk1>
        <a:srgbClr val="220011"/>
      </a:dk1>
      <a:lt1>
        <a:srgbClr val="FFFFCC"/>
      </a:lt1>
      <a:dk2>
        <a:srgbClr val="660033"/>
      </a:dk2>
      <a:lt2>
        <a:srgbClr val="FFCC00"/>
      </a:lt2>
      <a:accent1>
        <a:srgbClr val="CC0099"/>
      </a:accent1>
      <a:accent2>
        <a:srgbClr val="56002B"/>
      </a:accent2>
      <a:accent3>
        <a:srgbClr val="B8AAAD"/>
      </a:accent3>
      <a:accent4>
        <a:srgbClr val="DADAAE"/>
      </a:accent4>
      <a:accent5>
        <a:srgbClr val="E2AACA"/>
      </a:accent5>
      <a:accent6>
        <a:srgbClr val="4D0026"/>
      </a:accent6>
      <a:hlink>
        <a:srgbClr val="9C004E"/>
      </a:hlink>
      <a:folHlink>
        <a:srgbClr val="FF66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intas">
  <a:themeElements>
    <a:clrScheme name="Cintas 1">
      <a:dk1>
        <a:srgbClr val="220011"/>
      </a:dk1>
      <a:lt1>
        <a:srgbClr val="FFFFCC"/>
      </a:lt1>
      <a:dk2>
        <a:srgbClr val="660033"/>
      </a:dk2>
      <a:lt2>
        <a:srgbClr val="FFCC00"/>
      </a:lt2>
      <a:accent1>
        <a:srgbClr val="CC0099"/>
      </a:accent1>
      <a:accent2>
        <a:srgbClr val="56002B"/>
      </a:accent2>
      <a:accent3>
        <a:srgbClr val="B8AAAD"/>
      </a:accent3>
      <a:accent4>
        <a:srgbClr val="DADAAE"/>
      </a:accent4>
      <a:accent5>
        <a:srgbClr val="E2AACA"/>
      </a:accent5>
      <a:accent6>
        <a:srgbClr val="4D0026"/>
      </a:accent6>
      <a:hlink>
        <a:srgbClr val="9C004E"/>
      </a:hlink>
      <a:folHlink>
        <a:srgbClr val="FF66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60033"/>
      </a:dk2>
      <a:lt2>
        <a:srgbClr val="FFCC00"/>
      </a:lt2>
      <a:accent1>
        <a:srgbClr val="CC0099"/>
      </a:accent1>
      <a:accent2>
        <a:srgbClr val="56002B"/>
      </a:accent2>
      <a:accent3>
        <a:srgbClr val="B8AAAD"/>
      </a:accent3>
      <a:accent4>
        <a:srgbClr val="DADAAE"/>
      </a:accent4>
      <a:accent5>
        <a:srgbClr val="E2AACA"/>
      </a:accent5>
      <a:accent6>
        <a:srgbClr val="4D0026"/>
      </a:accent6>
      <a:hlink>
        <a:srgbClr val="9C004E"/>
      </a:hlink>
      <a:folHlink>
        <a:srgbClr val="FF66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C:\Archivos de programa\Microsoft Office\Templates\Diseños de presentaciones\Cintas.pot</Template>
  <TotalTime>206</TotalTime>
  <Words>269</Words>
  <Application>Microsoft Office PowerPoint</Application>
  <PresentationFormat>Presentación en pantalla (4:3)</PresentationFormat>
  <Paragraphs>46</Paragraphs>
  <Slides>16</Slides>
  <Notes>1</Notes>
  <HiddenSlides>0</HiddenSlides>
  <ScaleCrop>false</ScaleCrop>
  <HeadingPairs>
    <vt:vector size="4" baseType="variant">
      <vt:variant>
        <vt:lpstr>Tema</vt:lpstr>
      </vt:variant>
      <vt:variant>
        <vt:i4>4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Cintas</vt:lpstr>
      <vt:lpstr>Cintas</vt:lpstr>
      <vt:lpstr>Cintas</vt:lpstr>
      <vt:lpstr>Cintas</vt:lpstr>
      <vt:lpstr>LEY 22.962 DE MARCAS Y DESIGNACIONES</vt:lpstr>
      <vt:lpstr>Consagración Constitucional</vt:lpstr>
      <vt:lpstr>LA AUTORIDAD DE APLICACIÓN DE ESTA LEY ES EL I.N.P.I.</vt:lpstr>
      <vt:lpstr>¿QUÉ ES UNA MARCA?</vt:lpstr>
      <vt:lpstr>¿PARA QUÉ SIRVE?</vt:lpstr>
      <vt:lpstr>Naturaleza Constitutiva</vt:lpstr>
      <vt:lpstr>Presentación de PowerPoint</vt:lpstr>
      <vt:lpstr>Tipos de Marcas</vt:lpstr>
      <vt:lpstr>Presentación de PowerPoint</vt:lpstr>
      <vt:lpstr>Designaciones</vt:lpstr>
      <vt:lpstr>Modelos y diseños industriales</vt:lpstr>
      <vt:lpstr>Procedimiento para registro</vt:lpstr>
      <vt:lpstr>ARTICULO 1° DEL DECRETO</vt:lpstr>
      <vt:lpstr>ARTICULO 5</vt:lpstr>
      <vt:lpstr>Protección de la Marca</vt:lpstr>
      <vt:lpstr>Protección de la Marca</vt:lpstr>
    </vt:vector>
  </TitlesOfParts>
  <Company>Sergio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Procedimiento de Registro de Marcas</dc:title>
  <dc:subject/>
  <dc:creator>Elena</dc:creator>
  <dc:description/>
  <cp:lastModifiedBy>Martin Iranzi</cp:lastModifiedBy>
  <cp:revision>47</cp:revision>
  <dcterms:created xsi:type="dcterms:W3CDTF">2000-11-28T18:48:24Z</dcterms:created>
  <dcterms:modified xsi:type="dcterms:W3CDTF">2026-06-09T14:10:46Z</dcterms:modified>
  <dc:language>es-AR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Presentación en pantalla (4:3)</vt:lpwstr>
  </property>
  <property fmtid="{D5CDD505-2E9C-101B-9397-08002B2CF9AE}" pid="4" name="Slides">
    <vt:i4>13</vt:i4>
  </property>
</Properties>
</file>